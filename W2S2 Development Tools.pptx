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8569EF-C145-46B3-8F91-9C3E76141883}" v="63" dt="2025-12-25T13:24:07.2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475" autoAdjust="0"/>
  </p:normalViewPr>
  <p:slideViewPr>
    <p:cSldViewPr snapToGrid="0" snapToObjects="1">
      <p:cViewPr>
        <p:scale>
          <a:sx n="100" d="100"/>
          <a:sy n="100" d="100"/>
        </p:scale>
        <p:origin x="408" y="139"/>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i Quan GOH (TP)" userId="d615e6a5-b511-4b6b-9fd4-3df853a65fde" providerId="ADAL" clId="{BD8569EF-C145-46B3-8F91-9C3E76141883}"/>
    <pc:docChg chg="custSel addSld modSld">
      <pc:chgData name="Rui Quan GOH (TP)" userId="d615e6a5-b511-4b6b-9fd4-3df853a65fde" providerId="ADAL" clId="{BD8569EF-C145-46B3-8F91-9C3E76141883}" dt="2025-12-25T13:24:38.299" v="1287" actId="1076"/>
      <pc:docMkLst>
        <pc:docMk/>
      </pc:docMkLst>
      <pc:sldChg chg="modSp mod">
        <pc:chgData name="Rui Quan GOH (TP)" userId="d615e6a5-b511-4b6b-9fd4-3df853a65fde" providerId="ADAL" clId="{BD8569EF-C145-46B3-8F91-9C3E76141883}" dt="2025-12-20T07:01:37.285" v="44" actId="20577"/>
        <pc:sldMkLst>
          <pc:docMk/>
          <pc:sldMk cId="0" sldId="258"/>
        </pc:sldMkLst>
        <pc:spChg chg="mod">
          <ac:chgData name="Rui Quan GOH (TP)" userId="d615e6a5-b511-4b6b-9fd4-3df853a65fde" providerId="ADAL" clId="{BD8569EF-C145-46B3-8F91-9C3E76141883}" dt="2025-12-20T07:01:37.285" v="44" actId="20577"/>
          <ac:spMkLst>
            <pc:docMk/>
            <pc:sldMk cId="0" sldId="258"/>
            <ac:spMk id="3" creationId="{00000000-0000-0000-0000-000000000000}"/>
          </ac:spMkLst>
        </pc:spChg>
      </pc:sldChg>
      <pc:sldChg chg="addSp modSp mod">
        <pc:chgData name="Rui Quan GOH (TP)" userId="d615e6a5-b511-4b6b-9fd4-3df853a65fde" providerId="ADAL" clId="{BD8569EF-C145-46B3-8F91-9C3E76141883}" dt="2025-12-20T07:37:01.255" v="65" actId="1076"/>
        <pc:sldMkLst>
          <pc:docMk/>
          <pc:sldMk cId="0" sldId="259"/>
        </pc:sldMkLst>
        <pc:spChg chg="add mod">
          <ac:chgData name="Rui Quan GOH (TP)" userId="d615e6a5-b511-4b6b-9fd4-3df853a65fde" providerId="ADAL" clId="{BD8569EF-C145-46B3-8F91-9C3E76141883}" dt="2025-12-20T07:37:01.255" v="65" actId="1076"/>
          <ac:spMkLst>
            <pc:docMk/>
            <pc:sldMk cId="0" sldId="259"/>
            <ac:spMk id="4" creationId="{4823AB17-7CEB-3BBB-FF47-60513CA8044B}"/>
          </ac:spMkLst>
        </pc:spChg>
        <pc:picChg chg="add mod">
          <ac:chgData name="Rui Quan GOH (TP)" userId="d615e6a5-b511-4b6b-9fd4-3df853a65fde" providerId="ADAL" clId="{BD8569EF-C145-46B3-8F91-9C3E76141883}" dt="2025-12-20T07:36:13.796" v="53" actId="1076"/>
          <ac:picMkLst>
            <pc:docMk/>
            <pc:sldMk cId="0" sldId="259"/>
            <ac:picMk id="1026" creationId="{74EE6F8E-C5CF-96AE-E5BE-1BB12A1FC3E7}"/>
          </ac:picMkLst>
        </pc:picChg>
      </pc:sldChg>
      <pc:sldChg chg="addSp modSp mod">
        <pc:chgData name="Rui Quan GOH (TP)" userId="d615e6a5-b511-4b6b-9fd4-3df853a65fde" providerId="ADAL" clId="{BD8569EF-C145-46B3-8F91-9C3E76141883}" dt="2025-12-20T09:44:49.875" v="402" actId="20577"/>
        <pc:sldMkLst>
          <pc:docMk/>
          <pc:sldMk cId="0" sldId="260"/>
        </pc:sldMkLst>
        <pc:spChg chg="mod">
          <ac:chgData name="Rui Quan GOH (TP)" userId="d615e6a5-b511-4b6b-9fd4-3df853a65fde" providerId="ADAL" clId="{BD8569EF-C145-46B3-8F91-9C3E76141883}" dt="2025-12-20T09:44:49.875" v="402" actId="20577"/>
          <ac:spMkLst>
            <pc:docMk/>
            <pc:sldMk cId="0" sldId="260"/>
            <ac:spMk id="3" creationId="{00000000-0000-0000-0000-000000000000}"/>
          </ac:spMkLst>
        </pc:spChg>
        <pc:picChg chg="add mod">
          <ac:chgData name="Rui Quan GOH (TP)" userId="d615e6a5-b511-4b6b-9fd4-3df853a65fde" providerId="ADAL" clId="{BD8569EF-C145-46B3-8F91-9C3E76141883}" dt="2025-12-20T08:03:27.570" v="70" actId="1076"/>
          <ac:picMkLst>
            <pc:docMk/>
            <pc:sldMk cId="0" sldId="260"/>
            <ac:picMk id="5" creationId="{0E00DF8A-D727-40D0-BC9F-7A669C3E9D08}"/>
          </ac:picMkLst>
        </pc:picChg>
      </pc:sldChg>
      <pc:sldChg chg="addSp modSp mod">
        <pc:chgData name="Rui Quan GOH (TP)" userId="d615e6a5-b511-4b6b-9fd4-3df853a65fde" providerId="ADAL" clId="{BD8569EF-C145-46B3-8F91-9C3E76141883}" dt="2025-12-20T09:05:03.653" v="93" actId="14100"/>
        <pc:sldMkLst>
          <pc:docMk/>
          <pc:sldMk cId="0" sldId="261"/>
        </pc:sldMkLst>
        <pc:spChg chg="mod">
          <ac:chgData name="Rui Quan GOH (TP)" userId="d615e6a5-b511-4b6b-9fd4-3df853a65fde" providerId="ADAL" clId="{BD8569EF-C145-46B3-8F91-9C3E76141883}" dt="2025-12-20T07:03:04.167" v="47" actId="20577"/>
          <ac:spMkLst>
            <pc:docMk/>
            <pc:sldMk cId="0" sldId="261"/>
            <ac:spMk id="3" creationId="{00000000-0000-0000-0000-000000000000}"/>
          </ac:spMkLst>
        </pc:spChg>
        <pc:picChg chg="add mod">
          <ac:chgData name="Rui Quan GOH (TP)" userId="d615e6a5-b511-4b6b-9fd4-3df853a65fde" providerId="ADAL" clId="{BD8569EF-C145-46B3-8F91-9C3E76141883}" dt="2025-12-20T09:05:03.653" v="93" actId="14100"/>
          <ac:picMkLst>
            <pc:docMk/>
            <pc:sldMk cId="0" sldId="261"/>
            <ac:picMk id="5" creationId="{50F1192D-F2D4-2CEE-5DFE-F9A76F1E6E19}"/>
          </ac:picMkLst>
        </pc:picChg>
      </pc:sldChg>
      <pc:sldChg chg="addSp modSp mod">
        <pc:chgData name="Rui Quan GOH (TP)" userId="d615e6a5-b511-4b6b-9fd4-3df853a65fde" providerId="ADAL" clId="{BD8569EF-C145-46B3-8F91-9C3E76141883}" dt="2025-12-20T09:05:27.913" v="95" actId="115"/>
        <pc:sldMkLst>
          <pc:docMk/>
          <pc:sldMk cId="0" sldId="262"/>
        </pc:sldMkLst>
        <pc:spChg chg="mod">
          <ac:chgData name="Rui Quan GOH (TP)" userId="d615e6a5-b511-4b6b-9fd4-3df853a65fde" providerId="ADAL" clId="{BD8569EF-C145-46B3-8F91-9C3E76141883}" dt="2025-12-20T09:05:27.913" v="95" actId="115"/>
          <ac:spMkLst>
            <pc:docMk/>
            <pc:sldMk cId="0" sldId="262"/>
            <ac:spMk id="3" creationId="{00000000-0000-0000-0000-000000000000}"/>
          </ac:spMkLst>
        </pc:spChg>
        <pc:picChg chg="add mod">
          <ac:chgData name="Rui Quan GOH (TP)" userId="d615e6a5-b511-4b6b-9fd4-3df853a65fde" providerId="ADAL" clId="{BD8569EF-C145-46B3-8F91-9C3E76141883}" dt="2025-12-20T09:04:57.677" v="92" actId="1076"/>
          <ac:picMkLst>
            <pc:docMk/>
            <pc:sldMk cId="0" sldId="262"/>
            <ac:picMk id="5" creationId="{BEE391D3-9615-0CC2-0884-4AB8A82BC5AD}"/>
          </ac:picMkLst>
        </pc:picChg>
      </pc:sldChg>
      <pc:sldChg chg="modSp mod">
        <pc:chgData name="Rui Quan GOH (TP)" userId="d615e6a5-b511-4b6b-9fd4-3df853a65fde" providerId="ADAL" clId="{BD8569EF-C145-46B3-8F91-9C3E76141883}" dt="2025-12-20T07:01:07.510" v="43" actId="20577"/>
        <pc:sldMkLst>
          <pc:docMk/>
          <pc:sldMk cId="0" sldId="263"/>
        </pc:sldMkLst>
        <pc:spChg chg="mod">
          <ac:chgData name="Rui Quan GOH (TP)" userId="d615e6a5-b511-4b6b-9fd4-3df853a65fde" providerId="ADAL" clId="{BD8569EF-C145-46B3-8F91-9C3E76141883}" dt="2025-12-20T07:01:07.510" v="43" actId="20577"/>
          <ac:spMkLst>
            <pc:docMk/>
            <pc:sldMk cId="0" sldId="263"/>
            <ac:spMk id="3" creationId="{00000000-0000-0000-0000-000000000000}"/>
          </ac:spMkLst>
        </pc:spChg>
      </pc:sldChg>
      <pc:sldChg chg="modSp mod">
        <pc:chgData name="Rui Quan GOH (TP)" userId="d615e6a5-b511-4b6b-9fd4-3df853a65fde" providerId="ADAL" clId="{BD8569EF-C145-46B3-8F91-9C3E76141883}" dt="2025-12-20T09:06:14.252" v="102" actId="1076"/>
        <pc:sldMkLst>
          <pc:docMk/>
          <pc:sldMk cId="4062876049" sldId="267"/>
        </pc:sldMkLst>
        <pc:picChg chg="mod">
          <ac:chgData name="Rui Quan GOH (TP)" userId="d615e6a5-b511-4b6b-9fd4-3df853a65fde" providerId="ADAL" clId="{BD8569EF-C145-46B3-8F91-9C3E76141883}" dt="2025-12-20T09:06:11.116" v="100" actId="1076"/>
          <ac:picMkLst>
            <pc:docMk/>
            <pc:sldMk cId="4062876049" sldId="267"/>
            <ac:picMk id="7" creationId="{2F5E229D-3DA8-988C-710D-9E34F1E018D1}"/>
          </ac:picMkLst>
        </pc:picChg>
        <pc:picChg chg="mod">
          <ac:chgData name="Rui Quan GOH (TP)" userId="d615e6a5-b511-4b6b-9fd4-3df853a65fde" providerId="ADAL" clId="{BD8569EF-C145-46B3-8F91-9C3E76141883}" dt="2025-12-20T09:06:14.252" v="102" actId="1076"/>
          <ac:picMkLst>
            <pc:docMk/>
            <pc:sldMk cId="4062876049" sldId="267"/>
            <ac:picMk id="9" creationId="{CA031F0B-D849-C242-6003-EA164B307C95}"/>
          </ac:picMkLst>
        </pc:picChg>
      </pc:sldChg>
      <pc:sldChg chg="addSp delSp modSp mod">
        <pc:chgData name="Rui Quan GOH (TP)" userId="d615e6a5-b511-4b6b-9fd4-3df853a65fde" providerId="ADAL" clId="{BD8569EF-C145-46B3-8F91-9C3E76141883}" dt="2025-12-25T01:38:33.028" v="463" actId="1582"/>
        <pc:sldMkLst>
          <pc:docMk/>
          <pc:sldMk cId="1489460011" sldId="273"/>
        </pc:sldMkLst>
        <pc:spChg chg="mod">
          <ac:chgData name="Rui Quan GOH (TP)" userId="d615e6a5-b511-4b6b-9fd4-3df853a65fde" providerId="ADAL" clId="{BD8569EF-C145-46B3-8F91-9C3E76141883}" dt="2025-12-20T11:48:17.094" v="407" actId="13822"/>
          <ac:spMkLst>
            <pc:docMk/>
            <pc:sldMk cId="1489460011" sldId="273"/>
            <ac:spMk id="3" creationId="{FFA1CC2F-1D59-99EB-3E1D-B90851882631}"/>
          </ac:spMkLst>
        </pc:spChg>
        <pc:spChg chg="add mod">
          <ac:chgData name="Rui Quan GOH (TP)" userId="d615e6a5-b511-4b6b-9fd4-3df853a65fde" providerId="ADAL" clId="{BD8569EF-C145-46B3-8F91-9C3E76141883}" dt="2025-12-20T11:48:05.940" v="405" actId="13822"/>
          <ac:spMkLst>
            <pc:docMk/>
            <pc:sldMk cId="1489460011" sldId="273"/>
            <ac:spMk id="4" creationId="{D6796742-ABD9-0D3B-1E69-CB1F997B5B29}"/>
          </ac:spMkLst>
        </pc:spChg>
        <pc:spChg chg="add mod">
          <ac:chgData name="Rui Quan GOH (TP)" userId="d615e6a5-b511-4b6b-9fd4-3df853a65fde" providerId="ADAL" clId="{BD8569EF-C145-46B3-8F91-9C3E76141883}" dt="2025-12-25T01:38:10.045" v="458" actId="1076"/>
          <ac:spMkLst>
            <pc:docMk/>
            <pc:sldMk cId="1489460011" sldId="273"/>
            <ac:spMk id="5" creationId="{34FAC352-030B-7176-58FF-B98752BB7A75}"/>
          </ac:spMkLst>
        </pc:spChg>
        <pc:spChg chg="add del mod">
          <ac:chgData name="Rui Quan GOH (TP)" userId="d615e6a5-b511-4b6b-9fd4-3df853a65fde" providerId="ADAL" clId="{BD8569EF-C145-46B3-8F91-9C3E76141883}" dt="2025-12-25T01:38:13.285" v="459" actId="478"/>
          <ac:spMkLst>
            <pc:docMk/>
            <pc:sldMk cId="1489460011" sldId="273"/>
            <ac:spMk id="6" creationId="{25F9E0B3-2E64-E7EF-AAED-B573050B7448}"/>
          </ac:spMkLst>
        </pc:spChg>
        <pc:cxnChg chg="add mod">
          <ac:chgData name="Rui Quan GOH (TP)" userId="d615e6a5-b511-4b6b-9fd4-3df853a65fde" providerId="ADAL" clId="{BD8569EF-C145-46B3-8F91-9C3E76141883}" dt="2025-12-25T01:38:33.028" v="463" actId="1582"/>
          <ac:cxnSpMkLst>
            <pc:docMk/>
            <pc:sldMk cId="1489460011" sldId="273"/>
            <ac:cxnSpMk id="9" creationId="{B9807A26-368A-36B0-ABC5-1764D21A8EBC}"/>
          </ac:cxnSpMkLst>
        </pc:cxnChg>
      </pc:sldChg>
      <pc:sldChg chg="addSp delSp modSp new mod setBg">
        <pc:chgData name="Rui Quan GOH (TP)" userId="d615e6a5-b511-4b6b-9fd4-3df853a65fde" providerId="ADAL" clId="{BD8569EF-C145-46B3-8F91-9C3E76141883}" dt="2025-12-25T13:24:38.299" v="1287" actId="1076"/>
        <pc:sldMkLst>
          <pc:docMk/>
          <pc:sldMk cId="2014016843" sldId="274"/>
        </pc:sldMkLst>
        <pc:spChg chg="mod">
          <ac:chgData name="Rui Quan GOH (TP)" userId="d615e6a5-b511-4b6b-9fd4-3df853a65fde" providerId="ADAL" clId="{BD8569EF-C145-46B3-8F91-9C3E76141883}" dt="2025-12-25T13:23:22.602" v="1188" actId="26606"/>
          <ac:spMkLst>
            <pc:docMk/>
            <pc:sldMk cId="2014016843" sldId="274"/>
            <ac:spMk id="2" creationId="{02233DE0-A99F-440B-9E3C-4589F4E17074}"/>
          </ac:spMkLst>
        </pc:spChg>
        <pc:spChg chg="mod">
          <ac:chgData name="Rui Quan GOH (TP)" userId="d615e6a5-b511-4b6b-9fd4-3df853a65fde" providerId="ADAL" clId="{BD8569EF-C145-46B3-8F91-9C3E76141883}" dt="2025-12-25T13:23:41.030" v="1200" actId="403"/>
          <ac:spMkLst>
            <pc:docMk/>
            <pc:sldMk cId="2014016843" sldId="274"/>
            <ac:spMk id="3" creationId="{3052030E-E076-715F-C21C-FE20127DCC48}"/>
          </ac:spMkLst>
        </pc:spChg>
        <pc:spChg chg="add">
          <ac:chgData name="Rui Quan GOH (TP)" userId="d615e6a5-b511-4b6b-9fd4-3df853a65fde" providerId="ADAL" clId="{BD8569EF-C145-46B3-8F91-9C3E76141883}" dt="2025-12-25T12:36:19.491" v="694"/>
          <ac:spMkLst>
            <pc:docMk/>
            <pc:sldMk cId="2014016843" sldId="274"/>
            <ac:spMk id="4" creationId="{D190006D-614C-6AAA-899C-6DABB8BDEA76}"/>
          </ac:spMkLst>
        </pc:spChg>
        <pc:spChg chg="add">
          <ac:chgData name="Rui Quan GOH (TP)" userId="d615e6a5-b511-4b6b-9fd4-3df853a65fde" providerId="ADAL" clId="{BD8569EF-C145-46B3-8F91-9C3E76141883}" dt="2025-12-25T12:36:19.491" v="694"/>
          <ac:spMkLst>
            <pc:docMk/>
            <pc:sldMk cId="2014016843" sldId="274"/>
            <ac:spMk id="5" creationId="{B6077041-DF05-B3D0-1DC6-30BB3B9B80C7}"/>
          </ac:spMkLst>
        </pc:spChg>
        <pc:spChg chg="add">
          <ac:chgData name="Rui Quan GOH (TP)" userId="d615e6a5-b511-4b6b-9fd4-3df853a65fde" providerId="ADAL" clId="{BD8569EF-C145-46B3-8F91-9C3E76141883}" dt="2025-12-25T12:36:19.491" v="694"/>
          <ac:spMkLst>
            <pc:docMk/>
            <pc:sldMk cId="2014016843" sldId="274"/>
            <ac:spMk id="6" creationId="{0F83A0E5-E88F-9ED7-136B-D8B54BE796B7}"/>
          </ac:spMkLst>
        </pc:spChg>
        <pc:spChg chg="add">
          <ac:chgData name="Rui Quan GOH (TP)" userId="d615e6a5-b511-4b6b-9fd4-3df853a65fde" providerId="ADAL" clId="{BD8569EF-C145-46B3-8F91-9C3E76141883}" dt="2025-12-25T12:36:19.491" v="694"/>
          <ac:spMkLst>
            <pc:docMk/>
            <pc:sldMk cId="2014016843" sldId="274"/>
            <ac:spMk id="7" creationId="{4A22B806-04FD-3F18-E616-C0D63CEA02A7}"/>
          </ac:spMkLst>
        </pc:spChg>
        <pc:spChg chg="add del">
          <ac:chgData name="Rui Quan GOH (TP)" userId="d615e6a5-b511-4b6b-9fd4-3df853a65fde" providerId="ADAL" clId="{BD8569EF-C145-46B3-8F91-9C3E76141883}" dt="2025-12-25T13:02:03.465" v="1178" actId="26606"/>
          <ac:spMkLst>
            <pc:docMk/>
            <pc:sldMk cId="2014016843" sldId="274"/>
            <ac:spMk id="8" creationId="{081EA652-8C6A-4E69-BEB9-170809474553}"/>
          </ac:spMkLst>
        </pc:spChg>
        <pc:spChg chg="add">
          <ac:chgData name="Rui Quan GOH (TP)" userId="d615e6a5-b511-4b6b-9fd4-3df853a65fde" providerId="ADAL" clId="{BD8569EF-C145-46B3-8F91-9C3E76141883}" dt="2025-12-25T12:36:19.491" v="694"/>
          <ac:spMkLst>
            <pc:docMk/>
            <pc:sldMk cId="2014016843" sldId="274"/>
            <ac:spMk id="9" creationId="{3484ABEA-8885-E31A-3A0D-C8F929A43DA7}"/>
          </ac:spMkLst>
        </pc:spChg>
        <pc:spChg chg="add del">
          <ac:chgData name="Rui Quan GOH (TP)" userId="d615e6a5-b511-4b6b-9fd4-3df853a65fde" providerId="ADAL" clId="{BD8569EF-C145-46B3-8F91-9C3E76141883}" dt="2025-12-25T13:02:03.465" v="1178" actId="26606"/>
          <ac:spMkLst>
            <pc:docMk/>
            <pc:sldMk cId="2014016843" sldId="274"/>
            <ac:spMk id="10" creationId="{5298780A-33B9-4EA2-8F67-DE68AD62841B}"/>
          </ac:spMkLst>
        </pc:spChg>
        <pc:spChg chg="add mod">
          <ac:chgData name="Rui Quan GOH (TP)" userId="d615e6a5-b511-4b6b-9fd4-3df853a65fde" providerId="ADAL" clId="{BD8569EF-C145-46B3-8F91-9C3E76141883}" dt="2025-12-25T13:24:38.299" v="1287" actId="1076"/>
          <ac:spMkLst>
            <pc:docMk/>
            <pc:sldMk cId="2014016843" sldId="274"/>
            <ac:spMk id="11" creationId="{24A8A6D9-3165-8ED3-35AE-4EC4413A4EB9}"/>
          </ac:spMkLst>
        </pc:spChg>
        <pc:spChg chg="add del">
          <ac:chgData name="Rui Quan GOH (TP)" userId="d615e6a5-b511-4b6b-9fd4-3df853a65fde" providerId="ADAL" clId="{BD8569EF-C145-46B3-8F91-9C3E76141883}" dt="2025-12-25T13:02:03.465" v="1178" actId="26606"/>
          <ac:spMkLst>
            <pc:docMk/>
            <pc:sldMk cId="2014016843" sldId="274"/>
            <ac:spMk id="12" creationId="{7F488E8B-4E1E-4402-8935-D4E6C02615C7}"/>
          </ac:spMkLst>
        </pc:spChg>
        <pc:spChg chg="add del">
          <ac:chgData name="Rui Quan GOH (TP)" userId="d615e6a5-b511-4b6b-9fd4-3df853a65fde" providerId="ADAL" clId="{BD8569EF-C145-46B3-8F91-9C3E76141883}" dt="2025-12-25T13:23:22.602" v="1188" actId="26606"/>
          <ac:spMkLst>
            <pc:docMk/>
            <pc:sldMk cId="2014016843" sldId="274"/>
            <ac:spMk id="19" creationId="{B6CDA21F-E7AF-4C75-8395-33F58D5B0E45}"/>
          </ac:spMkLst>
        </pc:spChg>
        <pc:spChg chg="add del">
          <ac:chgData name="Rui Quan GOH (TP)" userId="d615e6a5-b511-4b6b-9fd4-3df853a65fde" providerId="ADAL" clId="{BD8569EF-C145-46B3-8F91-9C3E76141883}" dt="2025-12-25T13:23:22.602" v="1188" actId="26606"/>
          <ac:spMkLst>
            <pc:docMk/>
            <pc:sldMk cId="2014016843" sldId="274"/>
            <ac:spMk id="26" creationId="{D5B0017B-2ECA-49AF-B397-DC140825DF8D}"/>
          </ac:spMkLst>
        </pc:spChg>
        <pc:spChg chg="add">
          <ac:chgData name="Rui Quan GOH (TP)" userId="d615e6a5-b511-4b6b-9fd4-3df853a65fde" providerId="ADAL" clId="{BD8569EF-C145-46B3-8F91-9C3E76141883}" dt="2025-12-25T13:23:22.602" v="1188" actId="26606"/>
          <ac:spMkLst>
            <pc:docMk/>
            <pc:sldMk cId="2014016843" sldId="274"/>
            <ac:spMk id="33" creationId="{DBF61EA3-B236-439E-9C0B-340980D56BEE}"/>
          </ac:spMkLst>
        </pc:spChg>
        <pc:spChg chg="add">
          <ac:chgData name="Rui Quan GOH (TP)" userId="d615e6a5-b511-4b6b-9fd4-3df853a65fde" providerId="ADAL" clId="{BD8569EF-C145-46B3-8F91-9C3E76141883}" dt="2025-12-25T13:23:22.602" v="1188" actId="26606"/>
          <ac:spMkLst>
            <pc:docMk/>
            <pc:sldMk cId="2014016843" sldId="274"/>
            <ac:spMk id="39" creationId="{E659831F-0D9A-4C63-9EBB-8435B85A440F}"/>
          </ac:spMkLst>
        </pc:spChg>
        <pc:grpChg chg="add del">
          <ac:chgData name="Rui Quan GOH (TP)" userId="d615e6a5-b511-4b6b-9fd4-3df853a65fde" providerId="ADAL" clId="{BD8569EF-C145-46B3-8F91-9C3E76141883}" dt="2025-12-25T13:23:22.602" v="1188" actId="26606"/>
          <ac:grpSpMkLst>
            <pc:docMk/>
            <pc:sldMk cId="2014016843" sldId="274"/>
            <ac:grpSpMk id="21" creationId="{AE1C45F0-260A-458C-96ED-C1F6D2151219}"/>
          </ac:grpSpMkLst>
        </pc:grpChg>
        <pc:grpChg chg="add">
          <ac:chgData name="Rui Quan GOH (TP)" userId="d615e6a5-b511-4b6b-9fd4-3df853a65fde" providerId="ADAL" clId="{BD8569EF-C145-46B3-8F91-9C3E76141883}" dt="2025-12-25T13:23:22.602" v="1188" actId="26606"/>
          <ac:grpSpMkLst>
            <pc:docMk/>
            <pc:sldMk cId="2014016843" sldId="274"/>
            <ac:grpSpMk id="35" creationId="{28FAF094-D087-493F-8DF9-A486C2D6BBAA}"/>
          </ac:grpSpMkLst>
        </pc:grpChg>
        <pc:cxnChg chg="add del">
          <ac:chgData name="Rui Quan GOH (TP)" userId="d615e6a5-b511-4b6b-9fd4-3df853a65fde" providerId="ADAL" clId="{BD8569EF-C145-46B3-8F91-9C3E76141883}" dt="2025-12-25T13:02:03.465" v="1178" actId="26606"/>
          <ac:cxnSpMkLst>
            <pc:docMk/>
            <pc:sldMk cId="2014016843" sldId="274"/>
            <ac:cxnSpMk id="14" creationId="{23AAC9B5-8015-485C-ACF9-A750390E9A56}"/>
          </ac:cxnSpMkLst>
        </pc:cxnChg>
        <pc:cxnChg chg="add del">
          <ac:chgData name="Rui Quan GOH (TP)" userId="d615e6a5-b511-4b6b-9fd4-3df853a65fde" providerId="ADAL" clId="{BD8569EF-C145-46B3-8F91-9C3E76141883}" dt="2025-12-25T13:23:22.602" v="1188" actId="26606"/>
          <ac:cxnSpMkLst>
            <pc:docMk/>
            <pc:sldMk cId="2014016843" sldId="274"/>
            <ac:cxnSpMk id="28" creationId="{6CF1BAF6-AD41-4082-B212-8A1F9A2E8779}"/>
          </ac:cxnSpMkLst>
        </pc:cxn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D21B06-7D6C-4885-8BEE-71FBAD7C196A}" type="doc">
      <dgm:prSet loTypeId="urn:microsoft.com/office/officeart/2005/8/layout/vList2" loCatId="list" qsTypeId="urn:microsoft.com/office/officeart/2005/8/quickstyle/simple1" qsCatId="simple" csTypeId="urn:microsoft.com/office/officeart/2005/8/colors/accent4_2" csCatId="accent4"/>
      <dgm:spPr/>
      <dgm:t>
        <a:bodyPr/>
        <a:lstStyle/>
        <a:p>
          <a:endParaRPr lang="en-US"/>
        </a:p>
      </dgm:t>
    </dgm:pt>
    <dgm:pt modelId="{168FECBD-6334-44A8-B4D7-D7439EE4A744}">
      <dgm:prSet/>
      <dgm:spPr/>
      <dgm:t>
        <a:bodyPr/>
        <a:lstStyle/>
        <a:p>
          <a:r>
            <a:rPr lang="en-US" b="0"/>
            <a:t>Level 0: Static tools</a:t>
          </a:r>
          <a:endParaRPr lang="en-US"/>
        </a:p>
      </dgm:t>
    </dgm:pt>
    <dgm:pt modelId="{4F285573-2345-4663-9FCD-83E187C1ABAC}" type="parTrans" cxnId="{D21EDE64-1495-479B-B5D7-289EAE8DFE1B}">
      <dgm:prSet/>
      <dgm:spPr/>
      <dgm:t>
        <a:bodyPr/>
        <a:lstStyle/>
        <a:p>
          <a:endParaRPr lang="en-US"/>
        </a:p>
      </dgm:t>
    </dgm:pt>
    <dgm:pt modelId="{D19BD4B5-9A98-40D6-B372-85401C63FBCA}" type="sibTrans" cxnId="{D21EDE64-1495-479B-B5D7-289EAE8DFE1B}">
      <dgm:prSet/>
      <dgm:spPr/>
      <dgm:t>
        <a:bodyPr/>
        <a:lstStyle/>
        <a:p>
          <a:endParaRPr lang="en-US"/>
        </a:p>
      </dgm:t>
    </dgm:pt>
    <dgm:pt modelId="{4E3D58E3-1DB8-4661-B0E4-3086A8C4B016}">
      <dgm:prSet/>
      <dgm:spPr/>
      <dgm:t>
        <a:bodyPr/>
        <a:lstStyle/>
        <a:p>
          <a:r>
            <a:rPr lang="en-US" b="0"/>
            <a:t>Level 1: Token-level assistance</a:t>
          </a:r>
          <a:endParaRPr lang="en-US"/>
        </a:p>
      </dgm:t>
    </dgm:pt>
    <dgm:pt modelId="{E613F70F-B979-4C6B-9E37-A8BB5501F684}" type="parTrans" cxnId="{6C92DF27-D93A-4D28-90EC-E47AA01230CC}">
      <dgm:prSet/>
      <dgm:spPr/>
      <dgm:t>
        <a:bodyPr/>
        <a:lstStyle/>
        <a:p>
          <a:endParaRPr lang="en-US"/>
        </a:p>
      </dgm:t>
    </dgm:pt>
    <dgm:pt modelId="{55D47D65-EE66-4C26-B0AC-3DC819C07D44}" type="sibTrans" cxnId="{6C92DF27-D93A-4D28-90EC-E47AA01230CC}">
      <dgm:prSet/>
      <dgm:spPr/>
      <dgm:t>
        <a:bodyPr/>
        <a:lstStyle/>
        <a:p>
          <a:endParaRPr lang="en-US"/>
        </a:p>
      </dgm:t>
    </dgm:pt>
    <dgm:pt modelId="{5076BC8F-9161-4678-B158-702B49CB7D8F}">
      <dgm:prSet/>
      <dgm:spPr/>
      <dgm:t>
        <a:bodyPr/>
        <a:lstStyle/>
        <a:p>
          <a:r>
            <a:rPr lang="en-US" b="0"/>
            <a:t>Level 2: Block-level generation</a:t>
          </a:r>
          <a:endParaRPr lang="en-US"/>
        </a:p>
      </dgm:t>
    </dgm:pt>
    <dgm:pt modelId="{D63A5635-2B05-4EDC-A878-ED2BE2BFD4CB}" type="parTrans" cxnId="{579EB8FC-BC6B-4518-BDEE-BC5967DF04D2}">
      <dgm:prSet/>
      <dgm:spPr/>
      <dgm:t>
        <a:bodyPr/>
        <a:lstStyle/>
        <a:p>
          <a:endParaRPr lang="en-US"/>
        </a:p>
      </dgm:t>
    </dgm:pt>
    <dgm:pt modelId="{796BD326-8C3D-445B-A989-799E43F122B4}" type="sibTrans" cxnId="{579EB8FC-BC6B-4518-BDEE-BC5967DF04D2}">
      <dgm:prSet/>
      <dgm:spPr/>
      <dgm:t>
        <a:bodyPr/>
        <a:lstStyle/>
        <a:p>
          <a:endParaRPr lang="en-US"/>
        </a:p>
      </dgm:t>
    </dgm:pt>
    <dgm:pt modelId="{86C2C325-DB6F-4E27-908C-C139B3789311}">
      <dgm:prSet/>
      <dgm:spPr/>
      <dgm:t>
        <a:bodyPr/>
        <a:lstStyle/>
        <a:p>
          <a:r>
            <a:rPr lang="en-US" b="0"/>
            <a:t>Level 3: Supervised automation</a:t>
          </a:r>
          <a:endParaRPr lang="en-US"/>
        </a:p>
      </dgm:t>
    </dgm:pt>
    <dgm:pt modelId="{E2F9E1C0-7629-410C-A17A-00BA90DAEF96}" type="parTrans" cxnId="{AE8CDB22-4E40-43A5-AC0F-9C2939370008}">
      <dgm:prSet/>
      <dgm:spPr/>
      <dgm:t>
        <a:bodyPr/>
        <a:lstStyle/>
        <a:p>
          <a:endParaRPr lang="en-US"/>
        </a:p>
      </dgm:t>
    </dgm:pt>
    <dgm:pt modelId="{CD113B20-F1D7-4D82-A451-EA9F6E165450}" type="sibTrans" cxnId="{AE8CDB22-4E40-43A5-AC0F-9C2939370008}">
      <dgm:prSet/>
      <dgm:spPr/>
      <dgm:t>
        <a:bodyPr/>
        <a:lstStyle/>
        <a:p>
          <a:endParaRPr lang="en-US"/>
        </a:p>
      </dgm:t>
    </dgm:pt>
    <dgm:pt modelId="{000627BD-B56E-4094-9E4D-0DC3E51F1A8A}">
      <dgm:prSet/>
      <dgm:spPr/>
      <dgm:t>
        <a:bodyPr/>
        <a:lstStyle/>
        <a:p>
          <a:r>
            <a:rPr lang="en-US" b="0"/>
            <a:t>Level 4: Agentic coding support</a:t>
          </a:r>
          <a:endParaRPr lang="en-US"/>
        </a:p>
      </dgm:t>
    </dgm:pt>
    <dgm:pt modelId="{20870883-0E21-4238-A8D0-EE4A726E05D4}" type="parTrans" cxnId="{B1EE0145-71B6-4E2B-AC6B-910C2F7B40BF}">
      <dgm:prSet/>
      <dgm:spPr/>
      <dgm:t>
        <a:bodyPr/>
        <a:lstStyle/>
        <a:p>
          <a:endParaRPr lang="en-US"/>
        </a:p>
      </dgm:t>
    </dgm:pt>
    <dgm:pt modelId="{D1FE36F2-28EF-4C38-B6B1-2DC3B239DFF3}" type="sibTrans" cxnId="{B1EE0145-71B6-4E2B-AC6B-910C2F7B40BF}">
      <dgm:prSet/>
      <dgm:spPr/>
      <dgm:t>
        <a:bodyPr/>
        <a:lstStyle/>
        <a:p>
          <a:endParaRPr lang="en-US"/>
        </a:p>
      </dgm:t>
    </dgm:pt>
    <dgm:pt modelId="{2E05B1B3-7DBC-4960-A10D-127B1E93EAAD}">
      <dgm:prSet/>
      <dgm:spPr/>
      <dgm:t>
        <a:bodyPr/>
        <a:lstStyle/>
        <a:p>
          <a:r>
            <a:rPr lang="en-US" b="0"/>
            <a:t>Level 5: Autonomous coding</a:t>
          </a:r>
          <a:endParaRPr lang="en-US"/>
        </a:p>
      </dgm:t>
    </dgm:pt>
    <dgm:pt modelId="{9847E468-1079-4A44-9E56-75A588F32BB7}" type="parTrans" cxnId="{CFDEE556-6268-49C2-BDAB-94AF1EC4AD8B}">
      <dgm:prSet/>
      <dgm:spPr/>
      <dgm:t>
        <a:bodyPr/>
        <a:lstStyle/>
        <a:p>
          <a:endParaRPr lang="en-US"/>
        </a:p>
      </dgm:t>
    </dgm:pt>
    <dgm:pt modelId="{02719611-DAF7-4FFE-8C65-94ADC4C76E83}" type="sibTrans" cxnId="{CFDEE556-6268-49C2-BDAB-94AF1EC4AD8B}">
      <dgm:prSet/>
      <dgm:spPr/>
      <dgm:t>
        <a:bodyPr/>
        <a:lstStyle/>
        <a:p>
          <a:endParaRPr lang="en-US"/>
        </a:p>
      </dgm:t>
    </dgm:pt>
    <dgm:pt modelId="{F9E3E8B5-AE65-4FA5-A5A1-E23DCE8D1FC6}" type="pres">
      <dgm:prSet presAssocID="{1BD21B06-7D6C-4885-8BEE-71FBAD7C196A}" presName="linear" presStyleCnt="0">
        <dgm:presLayoutVars>
          <dgm:animLvl val="lvl"/>
          <dgm:resizeHandles val="exact"/>
        </dgm:presLayoutVars>
      </dgm:prSet>
      <dgm:spPr/>
    </dgm:pt>
    <dgm:pt modelId="{EFB88F09-6FFB-4850-837A-049DCAC5C05C}" type="pres">
      <dgm:prSet presAssocID="{168FECBD-6334-44A8-B4D7-D7439EE4A744}" presName="parentText" presStyleLbl="node1" presStyleIdx="0" presStyleCnt="6">
        <dgm:presLayoutVars>
          <dgm:chMax val="0"/>
          <dgm:bulletEnabled val="1"/>
        </dgm:presLayoutVars>
      </dgm:prSet>
      <dgm:spPr/>
    </dgm:pt>
    <dgm:pt modelId="{9638C613-C361-4C56-A5F0-5E64ADFDB638}" type="pres">
      <dgm:prSet presAssocID="{D19BD4B5-9A98-40D6-B372-85401C63FBCA}" presName="spacer" presStyleCnt="0"/>
      <dgm:spPr/>
    </dgm:pt>
    <dgm:pt modelId="{225A6C05-27D0-4236-A1C9-EA9B652E38DE}" type="pres">
      <dgm:prSet presAssocID="{4E3D58E3-1DB8-4661-B0E4-3086A8C4B016}" presName="parentText" presStyleLbl="node1" presStyleIdx="1" presStyleCnt="6">
        <dgm:presLayoutVars>
          <dgm:chMax val="0"/>
          <dgm:bulletEnabled val="1"/>
        </dgm:presLayoutVars>
      </dgm:prSet>
      <dgm:spPr/>
    </dgm:pt>
    <dgm:pt modelId="{CB63B8F6-D30E-4741-BF82-B4A11CC18CC9}" type="pres">
      <dgm:prSet presAssocID="{55D47D65-EE66-4C26-B0AC-3DC819C07D44}" presName="spacer" presStyleCnt="0"/>
      <dgm:spPr/>
    </dgm:pt>
    <dgm:pt modelId="{CB53A7F9-222A-4B95-9DFE-8ADB78004C92}" type="pres">
      <dgm:prSet presAssocID="{5076BC8F-9161-4678-B158-702B49CB7D8F}" presName="parentText" presStyleLbl="node1" presStyleIdx="2" presStyleCnt="6">
        <dgm:presLayoutVars>
          <dgm:chMax val="0"/>
          <dgm:bulletEnabled val="1"/>
        </dgm:presLayoutVars>
      </dgm:prSet>
      <dgm:spPr/>
    </dgm:pt>
    <dgm:pt modelId="{6B9379DC-5DAA-45DA-A91D-B59A9B8974F4}" type="pres">
      <dgm:prSet presAssocID="{796BD326-8C3D-445B-A989-799E43F122B4}" presName="spacer" presStyleCnt="0"/>
      <dgm:spPr/>
    </dgm:pt>
    <dgm:pt modelId="{81DF08ED-268C-4765-A730-55AAEF641749}" type="pres">
      <dgm:prSet presAssocID="{86C2C325-DB6F-4E27-908C-C139B3789311}" presName="parentText" presStyleLbl="node1" presStyleIdx="3" presStyleCnt="6">
        <dgm:presLayoutVars>
          <dgm:chMax val="0"/>
          <dgm:bulletEnabled val="1"/>
        </dgm:presLayoutVars>
      </dgm:prSet>
      <dgm:spPr/>
    </dgm:pt>
    <dgm:pt modelId="{7F7DBC5C-8CCB-4AF4-BBDE-37F9278AFE76}" type="pres">
      <dgm:prSet presAssocID="{CD113B20-F1D7-4D82-A451-EA9F6E165450}" presName="spacer" presStyleCnt="0"/>
      <dgm:spPr/>
    </dgm:pt>
    <dgm:pt modelId="{B435A6CC-9D8E-492E-9BF4-B976253521A1}" type="pres">
      <dgm:prSet presAssocID="{000627BD-B56E-4094-9E4D-0DC3E51F1A8A}" presName="parentText" presStyleLbl="node1" presStyleIdx="4" presStyleCnt="6">
        <dgm:presLayoutVars>
          <dgm:chMax val="0"/>
          <dgm:bulletEnabled val="1"/>
        </dgm:presLayoutVars>
      </dgm:prSet>
      <dgm:spPr/>
    </dgm:pt>
    <dgm:pt modelId="{98191B11-1BFB-4C30-8FB4-5BD8C87FA3F0}" type="pres">
      <dgm:prSet presAssocID="{D1FE36F2-28EF-4C38-B6B1-2DC3B239DFF3}" presName="spacer" presStyleCnt="0"/>
      <dgm:spPr/>
    </dgm:pt>
    <dgm:pt modelId="{26F8E429-3342-4DD9-B660-986A0A41D453}" type="pres">
      <dgm:prSet presAssocID="{2E05B1B3-7DBC-4960-A10D-127B1E93EAAD}" presName="parentText" presStyleLbl="node1" presStyleIdx="5" presStyleCnt="6">
        <dgm:presLayoutVars>
          <dgm:chMax val="0"/>
          <dgm:bulletEnabled val="1"/>
        </dgm:presLayoutVars>
      </dgm:prSet>
      <dgm:spPr/>
    </dgm:pt>
  </dgm:ptLst>
  <dgm:cxnLst>
    <dgm:cxn modelId="{2D6BE40A-349C-4BC5-B7AD-173DD7C0493C}" type="presOf" srcId="{1BD21B06-7D6C-4885-8BEE-71FBAD7C196A}" destId="{F9E3E8B5-AE65-4FA5-A5A1-E23DCE8D1FC6}" srcOrd="0" destOrd="0" presId="urn:microsoft.com/office/officeart/2005/8/layout/vList2"/>
    <dgm:cxn modelId="{AE8CDB22-4E40-43A5-AC0F-9C2939370008}" srcId="{1BD21B06-7D6C-4885-8BEE-71FBAD7C196A}" destId="{86C2C325-DB6F-4E27-908C-C139B3789311}" srcOrd="3" destOrd="0" parTransId="{E2F9E1C0-7629-410C-A17A-00BA90DAEF96}" sibTransId="{CD113B20-F1D7-4D82-A451-EA9F6E165450}"/>
    <dgm:cxn modelId="{6C92DF27-D93A-4D28-90EC-E47AA01230CC}" srcId="{1BD21B06-7D6C-4885-8BEE-71FBAD7C196A}" destId="{4E3D58E3-1DB8-4661-B0E4-3086A8C4B016}" srcOrd="1" destOrd="0" parTransId="{E613F70F-B979-4C6B-9E37-A8BB5501F684}" sibTransId="{55D47D65-EE66-4C26-B0AC-3DC819C07D44}"/>
    <dgm:cxn modelId="{C8E57A33-4D1F-4266-83F3-6A493BBEDA7E}" type="presOf" srcId="{86C2C325-DB6F-4E27-908C-C139B3789311}" destId="{81DF08ED-268C-4765-A730-55AAEF641749}" srcOrd="0" destOrd="0" presId="urn:microsoft.com/office/officeart/2005/8/layout/vList2"/>
    <dgm:cxn modelId="{6457D864-EBEA-44B1-997B-61E7D44E6EAE}" type="presOf" srcId="{4E3D58E3-1DB8-4661-B0E4-3086A8C4B016}" destId="{225A6C05-27D0-4236-A1C9-EA9B652E38DE}" srcOrd="0" destOrd="0" presId="urn:microsoft.com/office/officeart/2005/8/layout/vList2"/>
    <dgm:cxn modelId="{D21EDE64-1495-479B-B5D7-289EAE8DFE1B}" srcId="{1BD21B06-7D6C-4885-8BEE-71FBAD7C196A}" destId="{168FECBD-6334-44A8-B4D7-D7439EE4A744}" srcOrd="0" destOrd="0" parTransId="{4F285573-2345-4663-9FCD-83E187C1ABAC}" sibTransId="{D19BD4B5-9A98-40D6-B372-85401C63FBCA}"/>
    <dgm:cxn modelId="{B1EE0145-71B6-4E2B-AC6B-910C2F7B40BF}" srcId="{1BD21B06-7D6C-4885-8BEE-71FBAD7C196A}" destId="{000627BD-B56E-4094-9E4D-0DC3E51F1A8A}" srcOrd="4" destOrd="0" parTransId="{20870883-0E21-4238-A8D0-EE4A726E05D4}" sibTransId="{D1FE36F2-28EF-4C38-B6B1-2DC3B239DFF3}"/>
    <dgm:cxn modelId="{C7543875-3699-4ED8-B2CF-53F5A1ECCEE7}" type="presOf" srcId="{2E05B1B3-7DBC-4960-A10D-127B1E93EAAD}" destId="{26F8E429-3342-4DD9-B660-986A0A41D453}" srcOrd="0" destOrd="0" presId="urn:microsoft.com/office/officeart/2005/8/layout/vList2"/>
    <dgm:cxn modelId="{CFDEE556-6268-49C2-BDAB-94AF1EC4AD8B}" srcId="{1BD21B06-7D6C-4885-8BEE-71FBAD7C196A}" destId="{2E05B1B3-7DBC-4960-A10D-127B1E93EAAD}" srcOrd="5" destOrd="0" parTransId="{9847E468-1079-4A44-9E56-75A588F32BB7}" sibTransId="{02719611-DAF7-4FFE-8C65-94ADC4C76E83}"/>
    <dgm:cxn modelId="{10D60381-C67C-4C6C-B2EB-AD674082F808}" type="presOf" srcId="{000627BD-B56E-4094-9E4D-0DC3E51F1A8A}" destId="{B435A6CC-9D8E-492E-9BF4-B976253521A1}" srcOrd="0" destOrd="0" presId="urn:microsoft.com/office/officeart/2005/8/layout/vList2"/>
    <dgm:cxn modelId="{A089989B-55E7-4939-A4E5-7B967DB63D94}" type="presOf" srcId="{168FECBD-6334-44A8-B4D7-D7439EE4A744}" destId="{EFB88F09-6FFB-4850-837A-049DCAC5C05C}" srcOrd="0" destOrd="0" presId="urn:microsoft.com/office/officeart/2005/8/layout/vList2"/>
    <dgm:cxn modelId="{F0762DB6-F393-4A8E-961B-FC99546E169C}" type="presOf" srcId="{5076BC8F-9161-4678-B158-702B49CB7D8F}" destId="{CB53A7F9-222A-4B95-9DFE-8ADB78004C92}" srcOrd="0" destOrd="0" presId="urn:microsoft.com/office/officeart/2005/8/layout/vList2"/>
    <dgm:cxn modelId="{579EB8FC-BC6B-4518-BDEE-BC5967DF04D2}" srcId="{1BD21B06-7D6C-4885-8BEE-71FBAD7C196A}" destId="{5076BC8F-9161-4678-B158-702B49CB7D8F}" srcOrd="2" destOrd="0" parTransId="{D63A5635-2B05-4EDC-A878-ED2BE2BFD4CB}" sibTransId="{796BD326-8C3D-445B-A989-799E43F122B4}"/>
    <dgm:cxn modelId="{64662C56-D92D-46DA-BA91-9FF766A6F4BE}" type="presParOf" srcId="{F9E3E8B5-AE65-4FA5-A5A1-E23DCE8D1FC6}" destId="{EFB88F09-6FFB-4850-837A-049DCAC5C05C}" srcOrd="0" destOrd="0" presId="urn:microsoft.com/office/officeart/2005/8/layout/vList2"/>
    <dgm:cxn modelId="{CBB0BBFD-38D0-4989-9795-3883C2E8927E}" type="presParOf" srcId="{F9E3E8B5-AE65-4FA5-A5A1-E23DCE8D1FC6}" destId="{9638C613-C361-4C56-A5F0-5E64ADFDB638}" srcOrd="1" destOrd="0" presId="urn:microsoft.com/office/officeart/2005/8/layout/vList2"/>
    <dgm:cxn modelId="{795EBA60-21F7-4B58-9454-4D67D71522EC}" type="presParOf" srcId="{F9E3E8B5-AE65-4FA5-A5A1-E23DCE8D1FC6}" destId="{225A6C05-27D0-4236-A1C9-EA9B652E38DE}" srcOrd="2" destOrd="0" presId="urn:microsoft.com/office/officeart/2005/8/layout/vList2"/>
    <dgm:cxn modelId="{B014EDE5-C7DF-4771-9873-B7CD6D6A91C6}" type="presParOf" srcId="{F9E3E8B5-AE65-4FA5-A5A1-E23DCE8D1FC6}" destId="{CB63B8F6-D30E-4741-BF82-B4A11CC18CC9}" srcOrd="3" destOrd="0" presId="urn:microsoft.com/office/officeart/2005/8/layout/vList2"/>
    <dgm:cxn modelId="{7E83F5B1-1D0C-4101-9F41-17450B066664}" type="presParOf" srcId="{F9E3E8B5-AE65-4FA5-A5A1-E23DCE8D1FC6}" destId="{CB53A7F9-222A-4B95-9DFE-8ADB78004C92}" srcOrd="4" destOrd="0" presId="urn:microsoft.com/office/officeart/2005/8/layout/vList2"/>
    <dgm:cxn modelId="{CF0A2497-9DEC-4190-B6B6-B9BA936BCDAD}" type="presParOf" srcId="{F9E3E8B5-AE65-4FA5-A5A1-E23DCE8D1FC6}" destId="{6B9379DC-5DAA-45DA-A91D-B59A9B8974F4}" srcOrd="5" destOrd="0" presId="urn:microsoft.com/office/officeart/2005/8/layout/vList2"/>
    <dgm:cxn modelId="{5A032090-2A35-4895-A059-6F1317D8A73B}" type="presParOf" srcId="{F9E3E8B5-AE65-4FA5-A5A1-E23DCE8D1FC6}" destId="{81DF08ED-268C-4765-A730-55AAEF641749}" srcOrd="6" destOrd="0" presId="urn:microsoft.com/office/officeart/2005/8/layout/vList2"/>
    <dgm:cxn modelId="{1A648C84-51E1-40A8-8B66-D3D0D5C61843}" type="presParOf" srcId="{F9E3E8B5-AE65-4FA5-A5A1-E23DCE8D1FC6}" destId="{7F7DBC5C-8CCB-4AF4-BBDE-37F9278AFE76}" srcOrd="7" destOrd="0" presId="urn:microsoft.com/office/officeart/2005/8/layout/vList2"/>
    <dgm:cxn modelId="{86795950-C5F2-4CE8-826A-DB87FE19E03D}" type="presParOf" srcId="{F9E3E8B5-AE65-4FA5-A5A1-E23DCE8D1FC6}" destId="{B435A6CC-9D8E-492E-9BF4-B976253521A1}" srcOrd="8" destOrd="0" presId="urn:microsoft.com/office/officeart/2005/8/layout/vList2"/>
    <dgm:cxn modelId="{A296CBDB-5B05-41D3-A5C1-6D3A460E5BCC}" type="presParOf" srcId="{F9E3E8B5-AE65-4FA5-A5A1-E23DCE8D1FC6}" destId="{98191B11-1BFB-4C30-8FB4-5BD8C87FA3F0}" srcOrd="9" destOrd="0" presId="urn:microsoft.com/office/officeart/2005/8/layout/vList2"/>
    <dgm:cxn modelId="{C096F24C-EFFC-46CE-BB9D-1FB2695133ED}" type="presParOf" srcId="{F9E3E8B5-AE65-4FA5-A5A1-E23DCE8D1FC6}" destId="{26F8E429-3342-4DD9-B660-986A0A41D453}"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D02522-5BBD-4FD2-B21C-D55DEF645209}" type="doc">
      <dgm:prSet loTypeId="urn:microsoft.com/office/officeart/2018/2/layout/IconCircleList" loCatId="icon" qsTypeId="urn:microsoft.com/office/officeart/2005/8/quickstyle/simple1" qsCatId="simple" csTypeId="urn:microsoft.com/office/officeart/2018/5/colors/Iconchunking_neutralbg_accent1_2" csCatId="accent1" phldr="1"/>
      <dgm:spPr/>
      <dgm:t>
        <a:bodyPr/>
        <a:lstStyle/>
        <a:p>
          <a:endParaRPr lang="en-US"/>
        </a:p>
      </dgm:t>
    </dgm:pt>
    <dgm:pt modelId="{F73A98A3-9FBB-4490-BFE6-218E42A19A26}">
      <dgm:prSet/>
      <dgm:spPr/>
      <dgm:t>
        <a:bodyPr/>
        <a:lstStyle/>
        <a:p>
          <a:r>
            <a:rPr lang="en-US" b="0"/>
            <a:t>Faster development</a:t>
          </a:r>
          <a:endParaRPr lang="en-US"/>
        </a:p>
      </dgm:t>
    </dgm:pt>
    <dgm:pt modelId="{5F9CB8A3-5E0C-43B4-9576-E8CC2B9382FB}" type="parTrans" cxnId="{42AF25C1-E4D4-4FEA-AA46-EFBDFFB9E14B}">
      <dgm:prSet/>
      <dgm:spPr/>
      <dgm:t>
        <a:bodyPr/>
        <a:lstStyle/>
        <a:p>
          <a:endParaRPr lang="en-US"/>
        </a:p>
      </dgm:t>
    </dgm:pt>
    <dgm:pt modelId="{F1084A15-67CF-40B4-8B7D-A38C8A8854C1}" type="sibTrans" cxnId="{42AF25C1-E4D4-4FEA-AA46-EFBDFFB9E14B}">
      <dgm:prSet/>
      <dgm:spPr/>
      <dgm:t>
        <a:bodyPr/>
        <a:lstStyle/>
        <a:p>
          <a:endParaRPr lang="en-US"/>
        </a:p>
      </dgm:t>
    </dgm:pt>
    <dgm:pt modelId="{7CD228A1-5DDF-4FAB-BF80-E20881102E12}">
      <dgm:prSet/>
      <dgm:spPr/>
      <dgm:t>
        <a:bodyPr/>
        <a:lstStyle/>
        <a:p>
          <a:r>
            <a:rPr lang="en-US" b="0"/>
            <a:t>Reduced boilerplate</a:t>
          </a:r>
          <a:endParaRPr lang="en-US"/>
        </a:p>
      </dgm:t>
    </dgm:pt>
    <dgm:pt modelId="{C04D1D10-56B8-4156-909D-037CA46FC78F}" type="parTrans" cxnId="{DAAEBC28-C3CB-4097-AB26-776BCB145D24}">
      <dgm:prSet/>
      <dgm:spPr/>
      <dgm:t>
        <a:bodyPr/>
        <a:lstStyle/>
        <a:p>
          <a:endParaRPr lang="en-US"/>
        </a:p>
      </dgm:t>
    </dgm:pt>
    <dgm:pt modelId="{F0915F68-3E98-4155-A6CE-20DE7B71E69D}" type="sibTrans" cxnId="{DAAEBC28-C3CB-4097-AB26-776BCB145D24}">
      <dgm:prSet/>
      <dgm:spPr/>
      <dgm:t>
        <a:bodyPr/>
        <a:lstStyle/>
        <a:p>
          <a:endParaRPr lang="en-US"/>
        </a:p>
      </dgm:t>
    </dgm:pt>
    <dgm:pt modelId="{5FE11DAB-14D3-4636-A12D-4B140DA9D76C}">
      <dgm:prSet/>
      <dgm:spPr/>
      <dgm:t>
        <a:bodyPr/>
        <a:lstStyle/>
        <a:p>
          <a:r>
            <a:rPr lang="en-US" b="0"/>
            <a:t>Support for debugging</a:t>
          </a:r>
          <a:endParaRPr lang="en-US"/>
        </a:p>
      </dgm:t>
    </dgm:pt>
    <dgm:pt modelId="{AC2DCABD-B89A-4752-A69C-833A5141C426}" type="parTrans" cxnId="{120434A2-4CD8-4D07-98CE-FFF915F23E78}">
      <dgm:prSet/>
      <dgm:spPr/>
      <dgm:t>
        <a:bodyPr/>
        <a:lstStyle/>
        <a:p>
          <a:endParaRPr lang="en-US"/>
        </a:p>
      </dgm:t>
    </dgm:pt>
    <dgm:pt modelId="{567609AC-27F1-499A-AD4C-63BDD70CDF26}" type="sibTrans" cxnId="{120434A2-4CD8-4D07-98CE-FFF915F23E78}">
      <dgm:prSet/>
      <dgm:spPr/>
      <dgm:t>
        <a:bodyPr/>
        <a:lstStyle/>
        <a:p>
          <a:endParaRPr lang="en-US"/>
        </a:p>
      </dgm:t>
    </dgm:pt>
    <dgm:pt modelId="{759CA434-54D2-48B2-8842-310664EA69EB}">
      <dgm:prSet/>
      <dgm:spPr/>
      <dgm:t>
        <a:bodyPr/>
        <a:lstStyle/>
        <a:p>
          <a:r>
            <a:rPr lang="en-US" b="0"/>
            <a:t>Improved onboarding</a:t>
          </a:r>
          <a:endParaRPr lang="en-US"/>
        </a:p>
      </dgm:t>
    </dgm:pt>
    <dgm:pt modelId="{48786209-82AC-4329-A291-28C90EAAFBDC}" type="parTrans" cxnId="{F1A64D65-3294-48A9-BF1E-74EF232D13FF}">
      <dgm:prSet/>
      <dgm:spPr/>
      <dgm:t>
        <a:bodyPr/>
        <a:lstStyle/>
        <a:p>
          <a:endParaRPr lang="en-US"/>
        </a:p>
      </dgm:t>
    </dgm:pt>
    <dgm:pt modelId="{6465B47E-0FAC-4289-BFE8-CFF0708DA9F7}" type="sibTrans" cxnId="{F1A64D65-3294-48A9-BF1E-74EF232D13FF}">
      <dgm:prSet/>
      <dgm:spPr/>
      <dgm:t>
        <a:bodyPr/>
        <a:lstStyle/>
        <a:p>
          <a:endParaRPr lang="en-US"/>
        </a:p>
      </dgm:t>
    </dgm:pt>
    <dgm:pt modelId="{200CF477-500D-4742-9A10-8865461A7F5B}" type="pres">
      <dgm:prSet presAssocID="{D8D02522-5BBD-4FD2-B21C-D55DEF645209}" presName="root" presStyleCnt="0">
        <dgm:presLayoutVars>
          <dgm:dir/>
          <dgm:resizeHandles val="exact"/>
        </dgm:presLayoutVars>
      </dgm:prSet>
      <dgm:spPr/>
    </dgm:pt>
    <dgm:pt modelId="{47925E20-64E6-4372-BF92-0BABBD559DBF}" type="pres">
      <dgm:prSet presAssocID="{D8D02522-5BBD-4FD2-B21C-D55DEF645209}" presName="container" presStyleCnt="0">
        <dgm:presLayoutVars>
          <dgm:dir/>
          <dgm:resizeHandles val="exact"/>
        </dgm:presLayoutVars>
      </dgm:prSet>
      <dgm:spPr/>
    </dgm:pt>
    <dgm:pt modelId="{43A4FFDC-8944-444E-882B-7E9A92159C34}" type="pres">
      <dgm:prSet presAssocID="{F73A98A3-9FBB-4490-BFE6-218E42A19A26}" presName="compNode" presStyleCnt="0"/>
      <dgm:spPr/>
    </dgm:pt>
    <dgm:pt modelId="{A963F71B-E2E6-4E91-87D9-C72DAA6D2582}" type="pres">
      <dgm:prSet presAssocID="{F73A98A3-9FBB-4490-BFE6-218E42A19A26}" presName="iconBgRect" presStyleLbl="bgShp" presStyleIdx="0" presStyleCnt="4"/>
      <dgm:spPr/>
    </dgm:pt>
    <dgm:pt modelId="{B63AEA76-0A7F-4B36-A837-8164DDED2601}" type="pres">
      <dgm:prSet presAssocID="{F73A98A3-9FBB-4490-BFE6-218E42A19A2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93BE0031-B317-4A24-8F6E-FF6CA8707D43}" type="pres">
      <dgm:prSet presAssocID="{F73A98A3-9FBB-4490-BFE6-218E42A19A26}" presName="spaceRect" presStyleCnt="0"/>
      <dgm:spPr/>
    </dgm:pt>
    <dgm:pt modelId="{74A196FB-F39B-4CB4-981C-DB7868EFC3B3}" type="pres">
      <dgm:prSet presAssocID="{F73A98A3-9FBB-4490-BFE6-218E42A19A26}" presName="textRect" presStyleLbl="revTx" presStyleIdx="0" presStyleCnt="4">
        <dgm:presLayoutVars>
          <dgm:chMax val="1"/>
          <dgm:chPref val="1"/>
        </dgm:presLayoutVars>
      </dgm:prSet>
      <dgm:spPr/>
    </dgm:pt>
    <dgm:pt modelId="{7DF5E4AC-0A2C-4868-B997-F8C0E3F857F7}" type="pres">
      <dgm:prSet presAssocID="{F1084A15-67CF-40B4-8B7D-A38C8A8854C1}" presName="sibTrans" presStyleLbl="sibTrans2D1" presStyleIdx="0" presStyleCnt="0"/>
      <dgm:spPr/>
    </dgm:pt>
    <dgm:pt modelId="{2E935DF4-2C7F-49BC-A02E-BC4F2B16EBC6}" type="pres">
      <dgm:prSet presAssocID="{7CD228A1-5DDF-4FAB-BF80-E20881102E12}" presName="compNode" presStyleCnt="0"/>
      <dgm:spPr/>
    </dgm:pt>
    <dgm:pt modelId="{00400E1F-1E72-4FA7-8AEB-1DE98AF53BBB}" type="pres">
      <dgm:prSet presAssocID="{7CD228A1-5DDF-4FAB-BF80-E20881102E12}" presName="iconBgRect" presStyleLbl="bgShp" presStyleIdx="1" presStyleCnt="4"/>
      <dgm:spPr/>
    </dgm:pt>
    <dgm:pt modelId="{5E0AFE81-EFB5-41FF-AAE4-960328EF334F}" type="pres">
      <dgm:prSet presAssocID="{7CD228A1-5DDF-4FAB-BF80-E20881102E1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re"/>
        </a:ext>
      </dgm:extLst>
    </dgm:pt>
    <dgm:pt modelId="{68C21D30-1238-4B6C-B263-6295DA47E200}" type="pres">
      <dgm:prSet presAssocID="{7CD228A1-5DDF-4FAB-BF80-E20881102E12}" presName="spaceRect" presStyleCnt="0"/>
      <dgm:spPr/>
    </dgm:pt>
    <dgm:pt modelId="{D11608E9-BC6E-4D49-A796-2FB6C7B93A19}" type="pres">
      <dgm:prSet presAssocID="{7CD228A1-5DDF-4FAB-BF80-E20881102E12}" presName="textRect" presStyleLbl="revTx" presStyleIdx="1" presStyleCnt="4">
        <dgm:presLayoutVars>
          <dgm:chMax val="1"/>
          <dgm:chPref val="1"/>
        </dgm:presLayoutVars>
      </dgm:prSet>
      <dgm:spPr/>
    </dgm:pt>
    <dgm:pt modelId="{176415C4-520B-4E25-8A34-9589C92A6691}" type="pres">
      <dgm:prSet presAssocID="{F0915F68-3E98-4155-A6CE-20DE7B71E69D}" presName="sibTrans" presStyleLbl="sibTrans2D1" presStyleIdx="0" presStyleCnt="0"/>
      <dgm:spPr/>
    </dgm:pt>
    <dgm:pt modelId="{8F8FE617-9F09-430A-8773-432D3E82A53C}" type="pres">
      <dgm:prSet presAssocID="{5FE11DAB-14D3-4636-A12D-4B140DA9D76C}" presName="compNode" presStyleCnt="0"/>
      <dgm:spPr/>
    </dgm:pt>
    <dgm:pt modelId="{E96D6F83-A6B7-4395-96F6-B86786E3420C}" type="pres">
      <dgm:prSet presAssocID="{5FE11DAB-14D3-4636-A12D-4B140DA9D76C}" presName="iconBgRect" presStyleLbl="bgShp" presStyleIdx="2" presStyleCnt="4"/>
      <dgm:spPr/>
    </dgm:pt>
    <dgm:pt modelId="{FBA67ECF-3F47-4B36-869C-E6E4A6EA07DD}" type="pres">
      <dgm:prSet presAssocID="{5FE11DAB-14D3-4636-A12D-4B140DA9D76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ll center"/>
        </a:ext>
      </dgm:extLst>
    </dgm:pt>
    <dgm:pt modelId="{43BB2963-95CC-4122-B3A8-2A43BFABD9AF}" type="pres">
      <dgm:prSet presAssocID="{5FE11DAB-14D3-4636-A12D-4B140DA9D76C}" presName="spaceRect" presStyleCnt="0"/>
      <dgm:spPr/>
    </dgm:pt>
    <dgm:pt modelId="{3586D78D-EFCB-48AC-994B-B9A8D72A4C6B}" type="pres">
      <dgm:prSet presAssocID="{5FE11DAB-14D3-4636-A12D-4B140DA9D76C}" presName="textRect" presStyleLbl="revTx" presStyleIdx="2" presStyleCnt="4">
        <dgm:presLayoutVars>
          <dgm:chMax val="1"/>
          <dgm:chPref val="1"/>
        </dgm:presLayoutVars>
      </dgm:prSet>
      <dgm:spPr/>
    </dgm:pt>
    <dgm:pt modelId="{C74515AE-036E-47C0-B728-DF4DE0BDDCB0}" type="pres">
      <dgm:prSet presAssocID="{567609AC-27F1-499A-AD4C-63BDD70CDF26}" presName="sibTrans" presStyleLbl="sibTrans2D1" presStyleIdx="0" presStyleCnt="0"/>
      <dgm:spPr/>
    </dgm:pt>
    <dgm:pt modelId="{45417400-808B-42F0-81F9-339FB12B17FC}" type="pres">
      <dgm:prSet presAssocID="{759CA434-54D2-48B2-8842-310664EA69EB}" presName="compNode" presStyleCnt="0"/>
      <dgm:spPr/>
    </dgm:pt>
    <dgm:pt modelId="{E6B12BD3-A929-4BF0-8046-FB5C390B3B73}" type="pres">
      <dgm:prSet presAssocID="{759CA434-54D2-48B2-8842-310664EA69EB}" presName="iconBgRect" presStyleLbl="bgShp" presStyleIdx="3" presStyleCnt="4"/>
      <dgm:spPr/>
    </dgm:pt>
    <dgm:pt modelId="{36F0A647-F5DC-403A-9D1A-9B607DCDB0BC}" type="pres">
      <dgm:prSet presAssocID="{759CA434-54D2-48B2-8842-310664EA69E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1D72B184-CCD0-4F00-8202-B007EC5024E5}" type="pres">
      <dgm:prSet presAssocID="{759CA434-54D2-48B2-8842-310664EA69EB}" presName="spaceRect" presStyleCnt="0"/>
      <dgm:spPr/>
    </dgm:pt>
    <dgm:pt modelId="{61ED3F9E-2DD2-4586-853A-6DB6B9AD540C}" type="pres">
      <dgm:prSet presAssocID="{759CA434-54D2-48B2-8842-310664EA69EB}" presName="textRect" presStyleLbl="revTx" presStyleIdx="3" presStyleCnt="4">
        <dgm:presLayoutVars>
          <dgm:chMax val="1"/>
          <dgm:chPref val="1"/>
        </dgm:presLayoutVars>
      </dgm:prSet>
      <dgm:spPr/>
    </dgm:pt>
  </dgm:ptLst>
  <dgm:cxnLst>
    <dgm:cxn modelId="{DAAEBC28-C3CB-4097-AB26-776BCB145D24}" srcId="{D8D02522-5BBD-4FD2-B21C-D55DEF645209}" destId="{7CD228A1-5DDF-4FAB-BF80-E20881102E12}" srcOrd="1" destOrd="0" parTransId="{C04D1D10-56B8-4156-909D-037CA46FC78F}" sibTransId="{F0915F68-3E98-4155-A6CE-20DE7B71E69D}"/>
    <dgm:cxn modelId="{1A41CC2C-5B32-469B-A4CC-B4118A44E643}" type="presOf" srcId="{D8D02522-5BBD-4FD2-B21C-D55DEF645209}" destId="{200CF477-500D-4742-9A10-8865461A7F5B}" srcOrd="0" destOrd="0" presId="urn:microsoft.com/office/officeart/2018/2/layout/IconCircleList"/>
    <dgm:cxn modelId="{F1A64D65-3294-48A9-BF1E-74EF232D13FF}" srcId="{D8D02522-5BBD-4FD2-B21C-D55DEF645209}" destId="{759CA434-54D2-48B2-8842-310664EA69EB}" srcOrd="3" destOrd="0" parTransId="{48786209-82AC-4329-A291-28C90EAAFBDC}" sibTransId="{6465B47E-0FAC-4289-BFE8-CFF0708DA9F7}"/>
    <dgm:cxn modelId="{55C9B69E-FC0A-4DB5-BFF3-05DDD60D2CBD}" type="presOf" srcId="{F1084A15-67CF-40B4-8B7D-A38C8A8854C1}" destId="{7DF5E4AC-0A2C-4868-B997-F8C0E3F857F7}" srcOrd="0" destOrd="0" presId="urn:microsoft.com/office/officeart/2018/2/layout/IconCircleList"/>
    <dgm:cxn modelId="{4E7870A1-E6C8-40E0-8CF1-0481E91D77CC}" type="presOf" srcId="{F0915F68-3E98-4155-A6CE-20DE7B71E69D}" destId="{176415C4-520B-4E25-8A34-9589C92A6691}" srcOrd="0" destOrd="0" presId="urn:microsoft.com/office/officeart/2018/2/layout/IconCircleList"/>
    <dgm:cxn modelId="{120434A2-4CD8-4D07-98CE-FFF915F23E78}" srcId="{D8D02522-5BBD-4FD2-B21C-D55DEF645209}" destId="{5FE11DAB-14D3-4636-A12D-4B140DA9D76C}" srcOrd="2" destOrd="0" parTransId="{AC2DCABD-B89A-4752-A69C-833A5141C426}" sibTransId="{567609AC-27F1-499A-AD4C-63BDD70CDF26}"/>
    <dgm:cxn modelId="{DF7532A4-BCD5-4C7C-86A4-C6D4463C0F7F}" type="presOf" srcId="{7CD228A1-5DDF-4FAB-BF80-E20881102E12}" destId="{D11608E9-BC6E-4D49-A796-2FB6C7B93A19}" srcOrd="0" destOrd="0" presId="urn:microsoft.com/office/officeart/2018/2/layout/IconCircleList"/>
    <dgm:cxn modelId="{42AF25C1-E4D4-4FEA-AA46-EFBDFFB9E14B}" srcId="{D8D02522-5BBD-4FD2-B21C-D55DEF645209}" destId="{F73A98A3-9FBB-4490-BFE6-218E42A19A26}" srcOrd="0" destOrd="0" parTransId="{5F9CB8A3-5E0C-43B4-9576-E8CC2B9382FB}" sibTransId="{F1084A15-67CF-40B4-8B7D-A38C8A8854C1}"/>
    <dgm:cxn modelId="{CE6EABD4-C514-45BF-8788-70054E6FF38D}" type="presOf" srcId="{5FE11DAB-14D3-4636-A12D-4B140DA9D76C}" destId="{3586D78D-EFCB-48AC-994B-B9A8D72A4C6B}" srcOrd="0" destOrd="0" presId="urn:microsoft.com/office/officeart/2018/2/layout/IconCircleList"/>
    <dgm:cxn modelId="{8A5041DF-C625-4E73-9972-4282DAD799FD}" type="presOf" srcId="{567609AC-27F1-499A-AD4C-63BDD70CDF26}" destId="{C74515AE-036E-47C0-B728-DF4DE0BDDCB0}" srcOrd="0" destOrd="0" presId="urn:microsoft.com/office/officeart/2018/2/layout/IconCircleList"/>
    <dgm:cxn modelId="{070FE7E4-C4F0-4F90-95B3-BA6EAE07D6AA}" type="presOf" srcId="{F73A98A3-9FBB-4490-BFE6-218E42A19A26}" destId="{74A196FB-F39B-4CB4-981C-DB7868EFC3B3}" srcOrd="0" destOrd="0" presId="urn:microsoft.com/office/officeart/2018/2/layout/IconCircleList"/>
    <dgm:cxn modelId="{3BC689F3-C99E-4A1D-B142-5F2DB7A46A82}" type="presOf" srcId="{759CA434-54D2-48B2-8842-310664EA69EB}" destId="{61ED3F9E-2DD2-4586-853A-6DB6B9AD540C}" srcOrd="0" destOrd="0" presId="urn:microsoft.com/office/officeart/2018/2/layout/IconCircleList"/>
    <dgm:cxn modelId="{2F62C0F8-C84D-4698-8AD2-7906C4FF2C07}" type="presParOf" srcId="{200CF477-500D-4742-9A10-8865461A7F5B}" destId="{47925E20-64E6-4372-BF92-0BABBD559DBF}" srcOrd="0" destOrd="0" presId="urn:microsoft.com/office/officeart/2018/2/layout/IconCircleList"/>
    <dgm:cxn modelId="{ABB75667-69C4-4300-8766-95EF05A85426}" type="presParOf" srcId="{47925E20-64E6-4372-BF92-0BABBD559DBF}" destId="{43A4FFDC-8944-444E-882B-7E9A92159C34}" srcOrd="0" destOrd="0" presId="urn:microsoft.com/office/officeart/2018/2/layout/IconCircleList"/>
    <dgm:cxn modelId="{10B610DF-30AB-4601-ABFB-B28E456D3AB4}" type="presParOf" srcId="{43A4FFDC-8944-444E-882B-7E9A92159C34}" destId="{A963F71B-E2E6-4E91-87D9-C72DAA6D2582}" srcOrd="0" destOrd="0" presId="urn:microsoft.com/office/officeart/2018/2/layout/IconCircleList"/>
    <dgm:cxn modelId="{B9559D45-0A7E-4380-8AF5-FD518D74F6D1}" type="presParOf" srcId="{43A4FFDC-8944-444E-882B-7E9A92159C34}" destId="{B63AEA76-0A7F-4B36-A837-8164DDED2601}" srcOrd="1" destOrd="0" presId="urn:microsoft.com/office/officeart/2018/2/layout/IconCircleList"/>
    <dgm:cxn modelId="{3BFAB3E5-90E2-493C-825B-DB6929A6303F}" type="presParOf" srcId="{43A4FFDC-8944-444E-882B-7E9A92159C34}" destId="{93BE0031-B317-4A24-8F6E-FF6CA8707D43}" srcOrd="2" destOrd="0" presId="urn:microsoft.com/office/officeart/2018/2/layout/IconCircleList"/>
    <dgm:cxn modelId="{24AA9D8F-B78E-410B-A6DB-F5B96AA8D009}" type="presParOf" srcId="{43A4FFDC-8944-444E-882B-7E9A92159C34}" destId="{74A196FB-F39B-4CB4-981C-DB7868EFC3B3}" srcOrd="3" destOrd="0" presId="urn:microsoft.com/office/officeart/2018/2/layout/IconCircleList"/>
    <dgm:cxn modelId="{A83DA854-C34B-464C-96F8-F85B2E628B8E}" type="presParOf" srcId="{47925E20-64E6-4372-BF92-0BABBD559DBF}" destId="{7DF5E4AC-0A2C-4868-B997-F8C0E3F857F7}" srcOrd="1" destOrd="0" presId="urn:microsoft.com/office/officeart/2018/2/layout/IconCircleList"/>
    <dgm:cxn modelId="{BF7E8C05-7B15-474A-A6E9-7A44D3A85647}" type="presParOf" srcId="{47925E20-64E6-4372-BF92-0BABBD559DBF}" destId="{2E935DF4-2C7F-49BC-A02E-BC4F2B16EBC6}" srcOrd="2" destOrd="0" presId="urn:microsoft.com/office/officeart/2018/2/layout/IconCircleList"/>
    <dgm:cxn modelId="{17D04657-F134-40E8-A063-2B2BB2C8F703}" type="presParOf" srcId="{2E935DF4-2C7F-49BC-A02E-BC4F2B16EBC6}" destId="{00400E1F-1E72-4FA7-8AEB-1DE98AF53BBB}" srcOrd="0" destOrd="0" presId="urn:microsoft.com/office/officeart/2018/2/layout/IconCircleList"/>
    <dgm:cxn modelId="{24189801-6230-4D23-AFE8-23C00E7F1948}" type="presParOf" srcId="{2E935DF4-2C7F-49BC-A02E-BC4F2B16EBC6}" destId="{5E0AFE81-EFB5-41FF-AAE4-960328EF334F}" srcOrd="1" destOrd="0" presId="urn:microsoft.com/office/officeart/2018/2/layout/IconCircleList"/>
    <dgm:cxn modelId="{9A399F43-0828-479B-A733-B6F323B9E917}" type="presParOf" srcId="{2E935DF4-2C7F-49BC-A02E-BC4F2B16EBC6}" destId="{68C21D30-1238-4B6C-B263-6295DA47E200}" srcOrd="2" destOrd="0" presId="urn:microsoft.com/office/officeart/2018/2/layout/IconCircleList"/>
    <dgm:cxn modelId="{385CDF58-7AAB-46C3-9B71-808E53576D18}" type="presParOf" srcId="{2E935DF4-2C7F-49BC-A02E-BC4F2B16EBC6}" destId="{D11608E9-BC6E-4D49-A796-2FB6C7B93A19}" srcOrd="3" destOrd="0" presId="urn:microsoft.com/office/officeart/2018/2/layout/IconCircleList"/>
    <dgm:cxn modelId="{A387B65F-6719-4DF5-9819-146FB8C4A85E}" type="presParOf" srcId="{47925E20-64E6-4372-BF92-0BABBD559DBF}" destId="{176415C4-520B-4E25-8A34-9589C92A6691}" srcOrd="3" destOrd="0" presId="urn:microsoft.com/office/officeart/2018/2/layout/IconCircleList"/>
    <dgm:cxn modelId="{AEFB429A-A31B-45DE-B077-97E0F5C60301}" type="presParOf" srcId="{47925E20-64E6-4372-BF92-0BABBD559DBF}" destId="{8F8FE617-9F09-430A-8773-432D3E82A53C}" srcOrd="4" destOrd="0" presId="urn:microsoft.com/office/officeart/2018/2/layout/IconCircleList"/>
    <dgm:cxn modelId="{12476FAF-7720-48C6-B453-C2ED397A4799}" type="presParOf" srcId="{8F8FE617-9F09-430A-8773-432D3E82A53C}" destId="{E96D6F83-A6B7-4395-96F6-B86786E3420C}" srcOrd="0" destOrd="0" presId="urn:microsoft.com/office/officeart/2018/2/layout/IconCircleList"/>
    <dgm:cxn modelId="{435319F2-4AC6-4DFC-9C43-02E564765A3F}" type="presParOf" srcId="{8F8FE617-9F09-430A-8773-432D3E82A53C}" destId="{FBA67ECF-3F47-4B36-869C-E6E4A6EA07DD}" srcOrd="1" destOrd="0" presId="urn:microsoft.com/office/officeart/2018/2/layout/IconCircleList"/>
    <dgm:cxn modelId="{4AA955DB-1CB2-4113-A47F-5E8039101762}" type="presParOf" srcId="{8F8FE617-9F09-430A-8773-432D3E82A53C}" destId="{43BB2963-95CC-4122-B3A8-2A43BFABD9AF}" srcOrd="2" destOrd="0" presId="urn:microsoft.com/office/officeart/2018/2/layout/IconCircleList"/>
    <dgm:cxn modelId="{5C6A83A3-0AA3-40AC-B905-E1CCBD2DB26A}" type="presParOf" srcId="{8F8FE617-9F09-430A-8773-432D3E82A53C}" destId="{3586D78D-EFCB-48AC-994B-B9A8D72A4C6B}" srcOrd="3" destOrd="0" presId="urn:microsoft.com/office/officeart/2018/2/layout/IconCircleList"/>
    <dgm:cxn modelId="{F16A55D1-8034-4743-B186-6268454C8975}" type="presParOf" srcId="{47925E20-64E6-4372-BF92-0BABBD559DBF}" destId="{C74515AE-036E-47C0-B728-DF4DE0BDDCB0}" srcOrd="5" destOrd="0" presId="urn:microsoft.com/office/officeart/2018/2/layout/IconCircleList"/>
    <dgm:cxn modelId="{3FE1EBF8-2BCD-4CFF-BAB0-F348EC355EE4}" type="presParOf" srcId="{47925E20-64E6-4372-BF92-0BABBD559DBF}" destId="{45417400-808B-42F0-81F9-339FB12B17FC}" srcOrd="6" destOrd="0" presId="urn:microsoft.com/office/officeart/2018/2/layout/IconCircleList"/>
    <dgm:cxn modelId="{ACD3D41B-B4E4-489F-A9C9-BF3CDA1D6A68}" type="presParOf" srcId="{45417400-808B-42F0-81F9-339FB12B17FC}" destId="{E6B12BD3-A929-4BF0-8046-FB5C390B3B73}" srcOrd="0" destOrd="0" presId="urn:microsoft.com/office/officeart/2018/2/layout/IconCircleList"/>
    <dgm:cxn modelId="{59BCE4ED-DE4B-4E75-A863-E369F81D5965}" type="presParOf" srcId="{45417400-808B-42F0-81F9-339FB12B17FC}" destId="{36F0A647-F5DC-403A-9D1A-9B607DCDB0BC}" srcOrd="1" destOrd="0" presId="urn:microsoft.com/office/officeart/2018/2/layout/IconCircleList"/>
    <dgm:cxn modelId="{16C4D7A8-7096-4584-AB11-7121C623EDF0}" type="presParOf" srcId="{45417400-808B-42F0-81F9-339FB12B17FC}" destId="{1D72B184-CCD0-4F00-8202-B007EC5024E5}" srcOrd="2" destOrd="0" presId="urn:microsoft.com/office/officeart/2018/2/layout/IconCircleList"/>
    <dgm:cxn modelId="{F6D54753-BF9C-4913-AE7C-007DDED3FCEF}" type="presParOf" srcId="{45417400-808B-42F0-81F9-339FB12B17FC}" destId="{61ED3F9E-2DD2-4586-853A-6DB6B9AD540C}"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328C8AF-67D4-4A2C-A19C-E59233398743}"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C4681196-DFDE-4E67-9674-026BA82EBE2D}">
      <dgm:prSet/>
      <dgm:spPr/>
      <dgm:t>
        <a:bodyPr/>
        <a:lstStyle/>
        <a:p>
          <a:r>
            <a:rPr lang="en-US" b="0"/>
            <a:t>Security issues</a:t>
          </a:r>
          <a:endParaRPr lang="en-US"/>
        </a:p>
      </dgm:t>
    </dgm:pt>
    <dgm:pt modelId="{2C1390BE-DD1D-406C-9357-15ADAA3D568E}" type="parTrans" cxnId="{7DFEAC88-BC26-4985-8575-4B48F8F116A2}">
      <dgm:prSet/>
      <dgm:spPr/>
      <dgm:t>
        <a:bodyPr/>
        <a:lstStyle/>
        <a:p>
          <a:endParaRPr lang="en-US"/>
        </a:p>
      </dgm:t>
    </dgm:pt>
    <dgm:pt modelId="{3F516B13-A83B-40A9-8B05-D46122884F7D}" type="sibTrans" cxnId="{7DFEAC88-BC26-4985-8575-4B48F8F116A2}">
      <dgm:prSet/>
      <dgm:spPr/>
      <dgm:t>
        <a:bodyPr/>
        <a:lstStyle/>
        <a:p>
          <a:endParaRPr lang="en-US"/>
        </a:p>
      </dgm:t>
    </dgm:pt>
    <dgm:pt modelId="{21443091-D4EE-4169-8627-1D6D6BB68121}">
      <dgm:prSet/>
      <dgm:spPr/>
      <dgm:t>
        <a:bodyPr/>
        <a:lstStyle/>
        <a:p>
          <a:r>
            <a:rPr lang="en-US" b="0"/>
            <a:t>Incorrect logic</a:t>
          </a:r>
          <a:endParaRPr lang="en-US"/>
        </a:p>
      </dgm:t>
    </dgm:pt>
    <dgm:pt modelId="{B83CA65E-4AFE-4FB7-A7A8-1FACD89CDAE4}" type="parTrans" cxnId="{C52A8252-3B3F-4448-B517-A0DF2E698766}">
      <dgm:prSet/>
      <dgm:spPr/>
      <dgm:t>
        <a:bodyPr/>
        <a:lstStyle/>
        <a:p>
          <a:endParaRPr lang="en-US"/>
        </a:p>
      </dgm:t>
    </dgm:pt>
    <dgm:pt modelId="{4E087CE4-3A91-4B0A-9A2F-CB60961D73A9}" type="sibTrans" cxnId="{C52A8252-3B3F-4448-B517-A0DF2E698766}">
      <dgm:prSet/>
      <dgm:spPr/>
      <dgm:t>
        <a:bodyPr/>
        <a:lstStyle/>
        <a:p>
          <a:endParaRPr lang="en-US"/>
        </a:p>
      </dgm:t>
    </dgm:pt>
    <dgm:pt modelId="{90CBC5B6-54BD-47EA-B250-BEF2E60347F4}">
      <dgm:prSet/>
      <dgm:spPr/>
      <dgm:t>
        <a:bodyPr/>
        <a:lstStyle/>
        <a:p>
          <a:r>
            <a:rPr lang="en-US" b="0"/>
            <a:t>Over-reliance</a:t>
          </a:r>
          <a:endParaRPr lang="en-US"/>
        </a:p>
      </dgm:t>
    </dgm:pt>
    <dgm:pt modelId="{55172708-4AF0-4DFF-A043-F95B54274889}" type="parTrans" cxnId="{E2E31294-BB26-4B67-8DC3-A7D0B9AFEDF2}">
      <dgm:prSet/>
      <dgm:spPr/>
      <dgm:t>
        <a:bodyPr/>
        <a:lstStyle/>
        <a:p>
          <a:endParaRPr lang="en-US"/>
        </a:p>
      </dgm:t>
    </dgm:pt>
    <dgm:pt modelId="{5A8B3B5B-3A6E-474B-9265-4F650359D885}" type="sibTrans" cxnId="{E2E31294-BB26-4B67-8DC3-A7D0B9AFEDF2}">
      <dgm:prSet/>
      <dgm:spPr/>
      <dgm:t>
        <a:bodyPr/>
        <a:lstStyle/>
        <a:p>
          <a:endParaRPr lang="en-US"/>
        </a:p>
      </dgm:t>
    </dgm:pt>
    <dgm:pt modelId="{CA37E977-E7D7-49FE-A0B3-E8FC73A54AB8}">
      <dgm:prSet/>
      <dgm:spPr/>
      <dgm:t>
        <a:bodyPr/>
        <a:lstStyle/>
        <a:p>
          <a:r>
            <a:rPr lang="en-US" b="0"/>
            <a:t>Licensing risks</a:t>
          </a:r>
          <a:endParaRPr lang="en-US"/>
        </a:p>
      </dgm:t>
    </dgm:pt>
    <dgm:pt modelId="{EDB151F1-187C-41EE-96E9-7CF6446AA91B}" type="parTrans" cxnId="{12B88C2B-2618-4042-BF45-D3226565D473}">
      <dgm:prSet/>
      <dgm:spPr/>
      <dgm:t>
        <a:bodyPr/>
        <a:lstStyle/>
        <a:p>
          <a:endParaRPr lang="en-US"/>
        </a:p>
      </dgm:t>
    </dgm:pt>
    <dgm:pt modelId="{DB9B319C-26F8-45C7-AE19-3004A760ECA0}" type="sibTrans" cxnId="{12B88C2B-2618-4042-BF45-D3226565D473}">
      <dgm:prSet/>
      <dgm:spPr/>
      <dgm:t>
        <a:bodyPr/>
        <a:lstStyle/>
        <a:p>
          <a:endParaRPr lang="en-US"/>
        </a:p>
      </dgm:t>
    </dgm:pt>
    <dgm:pt modelId="{3DE41C47-74D3-42D3-B5DD-3DD4AB31A96B}" type="pres">
      <dgm:prSet presAssocID="{D328C8AF-67D4-4A2C-A19C-E59233398743}" presName="hierChild1" presStyleCnt="0">
        <dgm:presLayoutVars>
          <dgm:chPref val="1"/>
          <dgm:dir/>
          <dgm:animOne val="branch"/>
          <dgm:animLvl val="lvl"/>
          <dgm:resizeHandles/>
        </dgm:presLayoutVars>
      </dgm:prSet>
      <dgm:spPr/>
    </dgm:pt>
    <dgm:pt modelId="{78AC3E35-08D5-4570-A3F7-AAE12EC53982}" type="pres">
      <dgm:prSet presAssocID="{C4681196-DFDE-4E67-9674-026BA82EBE2D}" presName="hierRoot1" presStyleCnt="0"/>
      <dgm:spPr/>
    </dgm:pt>
    <dgm:pt modelId="{9F1673B2-4DBB-4877-B1C8-5174ABB333F3}" type="pres">
      <dgm:prSet presAssocID="{C4681196-DFDE-4E67-9674-026BA82EBE2D}" presName="composite" presStyleCnt="0"/>
      <dgm:spPr/>
    </dgm:pt>
    <dgm:pt modelId="{896FDE12-3DDF-4104-83FD-5566FBAC7996}" type="pres">
      <dgm:prSet presAssocID="{C4681196-DFDE-4E67-9674-026BA82EBE2D}" presName="background" presStyleLbl="node0" presStyleIdx="0" presStyleCnt="4"/>
      <dgm:spPr/>
    </dgm:pt>
    <dgm:pt modelId="{AFF5DEAD-590F-4C06-80A2-2CC89B0AFA7D}" type="pres">
      <dgm:prSet presAssocID="{C4681196-DFDE-4E67-9674-026BA82EBE2D}" presName="text" presStyleLbl="fgAcc0" presStyleIdx="0" presStyleCnt="4">
        <dgm:presLayoutVars>
          <dgm:chPref val="3"/>
        </dgm:presLayoutVars>
      </dgm:prSet>
      <dgm:spPr/>
    </dgm:pt>
    <dgm:pt modelId="{724160D9-2E0E-45CE-B179-6CC8D56ABCE7}" type="pres">
      <dgm:prSet presAssocID="{C4681196-DFDE-4E67-9674-026BA82EBE2D}" presName="hierChild2" presStyleCnt="0"/>
      <dgm:spPr/>
    </dgm:pt>
    <dgm:pt modelId="{39CC12E8-468F-4BAD-9975-65600E37E089}" type="pres">
      <dgm:prSet presAssocID="{21443091-D4EE-4169-8627-1D6D6BB68121}" presName="hierRoot1" presStyleCnt="0"/>
      <dgm:spPr/>
    </dgm:pt>
    <dgm:pt modelId="{785A809A-6F4F-4542-897B-187E414F826D}" type="pres">
      <dgm:prSet presAssocID="{21443091-D4EE-4169-8627-1D6D6BB68121}" presName="composite" presStyleCnt="0"/>
      <dgm:spPr/>
    </dgm:pt>
    <dgm:pt modelId="{C8104A5A-8794-47D3-A027-6B821B2C6F12}" type="pres">
      <dgm:prSet presAssocID="{21443091-D4EE-4169-8627-1D6D6BB68121}" presName="background" presStyleLbl="node0" presStyleIdx="1" presStyleCnt="4"/>
      <dgm:spPr/>
    </dgm:pt>
    <dgm:pt modelId="{90BF68EF-BD9A-4D40-965F-5C84FD59773E}" type="pres">
      <dgm:prSet presAssocID="{21443091-D4EE-4169-8627-1D6D6BB68121}" presName="text" presStyleLbl="fgAcc0" presStyleIdx="1" presStyleCnt="4">
        <dgm:presLayoutVars>
          <dgm:chPref val="3"/>
        </dgm:presLayoutVars>
      </dgm:prSet>
      <dgm:spPr/>
    </dgm:pt>
    <dgm:pt modelId="{9A6601E7-00AB-47F6-AC93-D0082A5CD7B6}" type="pres">
      <dgm:prSet presAssocID="{21443091-D4EE-4169-8627-1D6D6BB68121}" presName="hierChild2" presStyleCnt="0"/>
      <dgm:spPr/>
    </dgm:pt>
    <dgm:pt modelId="{095DE241-03B7-4D96-B4D4-24E945FA6D3F}" type="pres">
      <dgm:prSet presAssocID="{90CBC5B6-54BD-47EA-B250-BEF2E60347F4}" presName="hierRoot1" presStyleCnt="0"/>
      <dgm:spPr/>
    </dgm:pt>
    <dgm:pt modelId="{81C861EF-1EA2-4C7D-ABFC-DDA34F590773}" type="pres">
      <dgm:prSet presAssocID="{90CBC5B6-54BD-47EA-B250-BEF2E60347F4}" presName="composite" presStyleCnt="0"/>
      <dgm:spPr/>
    </dgm:pt>
    <dgm:pt modelId="{13DD1F6B-C1AA-4C2B-908C-902FDB01C7E4}" type="pres">
      <dgm:prSet presAssocID="{90CBC5B6-54BD-47EA-B250-BEF2E60347F4}" presName="background" presStyleLbl="node0" presStyleIdx="2" presStyleCnt="4"/>
      <dgm:spPr/>
    </dgm:pt>
    <dgm:pt modelId="{C5FF1A5C-B9AD-40E4-90FB-CFA57B0FB020}" type="pres">
      <dgm:prSet presAssocID="{90CBC5B6-54BD-47EA-B250-BEF2E60347F4}" presName="text" presStyleLbl="fgAcc0" presStyleIdx="2" presStyleCnt="4">
        <dgm:presLayoutVars>
          <dgm:chPref val="3"/>
        </dgm:presLayoutVars>
      </dgm:prSet>
      <dgm:spPr/>
    </dgm:pt>
    <dgm:pt modelId="{0977441F-1434-487D-A6C0-A8AA5FB41C5A}" type="pres">
      <dgm:prSet presAssocID="{90CBC5B6-54BD-47EA-B250-BEF2E60347F4}" presName="hierChild2" presStyleCnt="0"/>
      <dgm:spPr/>
    </dgm:pt>
    <dgm:pt modelId="{E8BD49C0-6206-49BB-8D9C-7AB0560CCFFF}" type="pres">
      <dgm:prSet presAssocID="{CA37E977-E7D7-49FE-A0B3-E8FC73A54AB8}" presName="hierRoot1" presStyleCnt="0"/>
      <dgm:spPr/>
    </dgm:pt>
    <dgm:pt modelId="{387A3ABC-5D77-45FD-AEDE-C5D58552B361}" type="pres">
      <dgm:prSet presAssocID="{CA37E977-E7D7-49FE-A0B3-E8FC73A54AB8}" presName="composite" presStyleCnt="0"/>
      <dgm:spPr/>
    </dgm:pt>
    <dgm:pt modelId="{38FB1D8A-1158-444F-B87F-50884B97718E}" type="pres">
      <dgm:prSet presAssocID="{CA37E977-E7D7-49FE-A0B3-E8FC73A54AB8}" presName="background" presStyleLbl="node0" presStyleIdx="3" presStyleCnt="4"/>
      <dgm:spPr/>
    </dgm:pt>
    <dgm:pt modelId="{6D4E8CFC-E8C1-4E24-BE6E-CBBE4EAD0CDE}" type="pres">
      <dgm:prSet presAssocID="{CA37E977-E7D7-49FE-A0B3-E8FC73A54AB8}" presName="text" presStyleLbl="fgAcc0" presStyleIdx="3" presStyleCnt="4">
        <dgm:presLayoutVars>
          <dgm:chPref val="3"/>
        </dgm:presLayoutVars>
      </dgm:prSet>
      <dgm:spPr/>
    </dgm:pt>
    <dgm:pt modelId="{84D5DB02-4AB5-495F-AD2C-602B258FC68D}" type="pres">
      <dgm:prSet presAssocID="{CA37E977-E7D7-49FE-A0B3-E8FC73A54AB8}" presName="hierChild2" presStyleCnt="0"/>
      <dgm:spPr/>
    </dgm:pt>
  </dgm:ptLst>
  <dgm:cxnLst>
    <dgm:cxn modelId="{B9CF770D-0E35-4D83-8D02-A6443E1264FF}" type="presOf" srcId="{90CBC5B6-54BD-47EA-B250-BEF2E60347F4}" destId="{C5FF1A5C-B9AD-40E4-90FB-CFA57B0FB020}" srcOrd="0" destOrd="0" presId="urn:microsoft.com/office/officeart/2005/8/layout/hierarchy1"/>
    <dgm:cxn modelId="{AA7F3114-AF28-44B4-B8B0-0A16B6437B42}" type="presOf" srcId="{D328C8AF-67D4-4A2C-A19C-E59233398743}" destId="{3DE41C47-74D3-42D3-B5DD-3DD4AB31A96B}" srcOrd="0" destOrd="0" presId="urn:microsoft.com/office/officeart/2005/8/layout/hierarchy1"/>
    <dgm:cxn modelId="{12B88C2B-2618-4042-BF45-D3226565D473}" srcId="{D328C8AF-67D4-4A2C-A19C-E59233398743}" destId="{CA37E977-E7D7-49FE-A0B3-E8FC73A54AB8}" srcOrd="3" destOrd="0" parTransId="{EDB151F1-187C-41EE-96E9-7CF6446AA91B}" sibTransId="{DB9B319C-26F8-45C7-AE19-3004A760ECA0}"/>
    <dgm:cxn modelId="{893A1F2D-F8DD-4B20-8121-D301E6991474}" type="presOf" srcId="{21443091-D4EE-4169-8627-1D6D6BB68121}" destId="{90BF68EF-BD9A-4D40-965F-5C84FD59773E}" srcOrd="0" destOrd="0" presId="urn:microsoft.com/office/officeart/2005/8/layout/hierarchy1"/>
    <dgm:cxn modelId="{07DC9E50-0B24-4F37-8367-A9A0A383BB99}" type="presOf" srcId="{CA37E977-E7D7-49FE-A0B3-E8FC73A54AB8}" destId="{6D4E8CFC-E8C1-4E24-BE6E-CBBE4EAD0CDE}" srcOrd="0" destOrd="0" presId="urn:microsoft.com/office/officeart/2005/8/layout/hierarchy1"/>
    <dgm:cxn modelId="{C52A8252-3B3F-4448-B517-A0DF2E698766}" srcId="{D328C8AF-67D4-4A2C-A19C-E59233398743}" destId="{21443091-D4EE-4169-8627-1D6D6BB68121}" srcOrd="1" destOrd="0" parTransId="{B83CA65E-4AFE-4FB7-A7A8-1FACD89CDAE4}" sibTransId="{4E087CE4-3A91-4B0A-9A2F-CB60961D73A9}"/>
    <dgm:cxn modelId="{7DFEAC88-BC26-4985-8575-4B48F8F116A2}" srcId="{D328C8AF-67D4-4A2C-A19C-E59233398743}" destId="{C4681196-DFDE-4E67-9674-026BA82EBE2D}" srcOrd="0" destOrd="0" parTransId="{2C1390BE-DD1D-406C-9357-15ADAA3D568E}" sibTransId="{3F516B13-A83B-40A9-8B05-D46122884F7D}"/>
    <dgm:cxn modelId="{E2E31294-BB26-4B67-8DC3-A7D0B9AFEDF2}" srcId="{D328C8AF-67D4-4A2C-A19C-E59233398743}" destId="{90CBC5B6-54BD-47EA-B250-BEF2E60347F4}" srcOrd="2" destOrd="0" parTransId="{55172708-4AF0-4DFF-A043-F95B54274889}" sibTransId="{5A8B3B5B-3A6E-474B-9265-4F650359D885}"/>
    <dgm:cxn modelId="{F77607A0-9472-4B54-88B4-347DAE7514F3}" type="presOf" srcId="{C4681196-DFDE-4E67-9674-026BA82EBE2D}" destId="{AFF5DEAD-590F-4C06-80A2-2CC89B0AFA7D}" srcOrd="0" destOrd="0" presId="urn:microsoft.com/office/officeart/2005/8/layout/hierarchy1"/>
    <dgm:cxn modelId="{79520D3A-BDCA-4698-80B2-76B6073AE4E0}" type="presParOf" srcId="{3DE41C47-74D3-42D3-B5DD-3DD4AB31A96B}" destId="{78AC3E35-08D5-4570-A3F7-AAE12EC53982}" srcOrd="0" destOrd="0" presId="urn:microsoft.com/office/officeart/2005/8/layout/hierarchy1"/>
    <dgm:cxn modelId="{83904EF9-5094-46A2-A869-9DC95A1AE357}" type="presParOf" srcId="{78AC3E35-08D5-4570-A3F7-AAE12EC53982}" destId="{9F1673B2-4DBB-4877-B1C8-5174ABB333F3}" srcOrd="0" destOrd="0" presId="urn:microsoft.com/office/officeart/2005/8/layout/hierarchy1"/>
    <dgm:cxn modelId="{BF259645-D27D-434A-999F-0B5D47EF0F50}" type="presParOf" srcId="{9F1673B2-4DBB-4877-B1C8-5174ABB333F3}" destId="{896FDE12-3DDF-4104-83FD-5566FBAC7996}" srcOrd="0" destOrd="0" presId="urn:microsoft.com/office/officeart/2005/8/layout/hierarchy1"/>
    <dgm:cxn modelId="{F4BB8667-C0EA-4D65-92F8-3ECFEB6D5543}" type="presParOf" srcId="{9F1673B2-4DBB-4877-B1C8-5174ABB333F3}" destId="{AFF5DEAD-590F-4C06-80A2-2CC89B0AFA7D}" srcOrd="1" destOrd="0" presId="urn:microsoft.com/office/officeart/2005/8/layout/hierarchy1"/>
    <dgm:cxn modelId="{73B90F5F-8E99-48F5-894C-8A7786046947}" type="presParOf" srcId="{78AC3E35-08D5-4570-A3F7-AAE12EC53982}" destId="{724160D9-2E0E-45CE-B179-6CC8D56ABCE7}" srcOrd="1" destOrd="0" presId="urn:microsoft.com/office/officeart/2005/8/layout/hierarchy1"/>
    <dgm:cxn modelId="{BAC6AC30-90E2-43BD-854D-36E54DBBB4EF}" type="presParOf" srcId="{3DE41C47-74D3-42D3-B5DD-3DD4AB31A96B}" destId="{39CC12E8-468F-4BAD-9975-65600E37E089}" srcOrd="1" destOrd="0" presId="urn:microsoft.com/office/officeart/2005/8/layout/hierarchy1"/>
    <dgm:cxn modelId="{B0D4D820-C18D-4A49-8CE1-2118E6495748}" type="presParOf" srcId="{39CC12E8-468F-4BAD-9975-65600E37E089}" destId="{785A809A-6F4F-4542-897B-187E414F826D}" srcOrd="0" destOrd="0" presId="urn:microsoft.com/office/officeart/2005/8/layout/hierarchy1"/>
    <dgm:cxn modelId="{8ED72378-CE53-43CD-A0FD-6C919DB2ED88}" type="presParOf" srcId="{785A809A-6F4F-4542-897B-187E414F826D}" destId="{C8104A5A-8794-47D3-A027-6B821B2C6F12}" srcOrd="0" destOrd="0" presId="urn:microsoft.com/office/officeart/2005/8/layout/hierarchy1"/>
    <dgm:cxn modelId="{D252AC3F-2713-4D39-84A5-1011EFC0EF46}" type="presParOf" srcId="{785A809A-6F4F-4542-897B-187E414F826D}" destId="{90BF68EF-BD9A-4D40-965F-5C84FD59773E}" srcOrd="1" destOrd="0" presId="urn:microsoft.com/office/officeart/2005/8/layout/hierarchy1"/>
    <dgm:cxn modelId="{CA22C142-54B6-4F61-99D0-6447F991A5EA}" type="presParOf" srcId="{39CC12E8-468F-4BAD-9975-65600E37E089}" destId="{9A6601E7-00AB-47F6-AC93-D0082A5CD7B6}" srcOrd="1" destOrd="0" presId="urn:microsoft.com/office/officeart/2005/8/layout/hierarchy1"/>
    <dgm:cxn modelId="{63FC7EC2-2D45-44A4-BB62-DF6CC0E47AE5}" type="presParOf" srcId="{3DE41C47-74D3-42D3-B5DD-3DD4AB31A96B}" destId="{095DE241-03B7-4D96-B4D4-24E945FA6D3F}" srcOrd="2" destOrd="0" presId="urn:microsoft.com/office/officeart/2005/8/layout/hierarchy1"/>
    <dgm:cxn modelId="{4C4262E8-2CDC-47F8-8A3D-2AF22F12942B}" type="presParOf" srcId="{095DE241-03B7-4D96-B4D4-24E945FA6D3F}" destId="{81C861EF-1EA2-4C7D-ABFC-DDA34F590773}" srcOrd="0" destOrd="0" presId="urn:microsoft.com/office/officeart/2005/8/layout/hierarchy1"/>
    <dgm:cxn modelId="{64309371-EBDE-4E9E-86AF-306C20929701}" type="presParOf" srcId="{81C861EF-1EA2-4C7D-ABFC-DDA34F590773}" destId="{13DD1F6B-C1AA-4C2B-908C-902FDB01C7E4}" srcOrd="0" destOrd="0" presId="urn:microsoft.com/office/officeart/2005/8/layout/hierarchy1"/>
    <dgm:cxn modelId="{44CC34E8-A20A-4F5A-8D83-79B904F7D682}" type="presParOf" srcId="{81C861EF-1EA2-4C7D-ABFC-DDA34F590773}" destId="{C5FF1A5C-B9AD-40E4-90FB-CFA57B0FB020}" srcOrd="1" destOrd="0" presId="urn:microsoft.com/office/officeart/2005/8/layout/hierarchy1"/>
    <dgm:cxn modelId="{A9681DC9-EDE6-4CA3-B219-DF143CA42996}" type="presParOf" srcId="{095DE241-03B7-4D96-B4D4-24E945FA6D3F}" destId="{0977441F-1434-487D-A6C0-A8AA5FB41C5A}" srcOrd="1" destOrd="0" presId="urn:microsoft.com/office/officeart/2005/8/layout/hierarchy1"/>
    <dgm:cxn modelId="{5D08A48B-FF8D-4FEA-AE19-F5D644AD9E8F}" type="presParOf" srcId="{3DE41C47-74D3-42D3-B5DD-3DD4AB31A96B}" destId="{E8BD49C0-6206-49BB-8D9C-7AB0560CCFFF}" srcOrd="3" destOrd="0" presId="urn:microsoft.com/office/officeart/2005/8/layout/hierarchy1"/>
    <dgm:cxn modelId="{258C53D3-7E26-4A67-B570-262DAE842126}" type="presParOf" srcId="{E8BD49C0-6206-49BB-8D9C-7AB0560CCFFF}" destId="{387A3ABC-5D77-45FD-AEDE-C5D58552B361}" srcOrd="0" destOrd="0" presId="urn:microsoft.com/office/officeart/2005/8/layout/hierarchy1"/>
    <dgm:cxn modelId="{AB083650-BB2D-45A8-B92B-E1CCB4DAF8AF}" type="presParOf" srcId="{387A3ABC-5D77-45FD-AEDE-C5D58552B361}" destId="{38FB1D8A-1158-444F-B87F-50884B97718E}" srcOrd="0" destOrd="0" presId="urn:microsoft.com/office/officeart/2005/8/layout/hierarchy1"/>
    <dgm:cxn modelId="{D875653E-24F8-4009-8F14-0025F9606309}" type="presParOf" srcId="{387A3ABC-5D77-45FD-AEDE-C5D58552B361}" destId="{6D4E8CFC-E8C1-4E24-BE6E-CBBE4EAD0CDE}" srcOrd="1" destOrd="0" presId="urn:microsoft.com/office/officeart/2005/8/layout/hierarchy1"/>
    <dgm:cxn modelId="{3AB145F6-3955-4E31-88BB-9E46E98989CC}" type="presParOf" srcId="{E8BD49C0-6206-49BB-8D9C-7AB0560CCFFF}" destId="{84D5DB02-4AB5-495F-AD2C-602B258FC68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B88F09-6FFB-4850-837A-049DCAC5C05C}">
      <dsp:nvSpPr>
        <dsp:cNvPr id="0" name=""/>
        <dsp:cNvSpPr/>
      </dsp:nvSpPr>
      <dsp:spPr>
        <a:xfrm>
          <a:off x="0" y="39086"/>
          <a:ext cx="10515600" cy="647595"/>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kern="1200"/>
            <a:t>Level 0: Static tools</a:t>
          </a:r>
          <a:endParaRPr lang="en-US" sz="2700" kern="1200"/>
        </a:p>
      </dsp:txBody>
      <dsp:txXfrm>
        <a:off x="31613" y="70699"/>
        <a:ext cx="10452374" cy="584369"/>
      </dsp:txXfrm>
    </dsp:sp>
    <dsp:sp modelId="{225A6C05-27D0-4236-A1C9-EA9B652E38DE}">
      <dsp:nvSpPr>
        <dsp:cNvPr id="0" name=""/>
        <dsp:cNvSpPr/>
      </dsp:nvSpPr>
      <dsp:spPr>
        <a:xfrm>
          <a:off x="0" y="764441"/>
          <a:ext cx="10515600" cy="647595"/>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kern="1200"/>
            <a:t>Level 1: Token-level assistance</a:t>
          </a:r>
          <a:endParaRPr lang="en-US" sz="2700" kern="1200"/>
        </a:p>
      </dsp:txBody>
      <dsp:txXfrm>
        <a:off x="31613" y="796054"/>
        <a:ext cx="10452374" cy="584369"/>
      </dsp:txXfrm>
    </dsp:sp>
    <dsp:sp modelId="{CB53A7F9-222A-4B95-9DFE-8ADB78004C92}">
      <dsp:nvSpPr>
        <dsp:cNvPr id="0" name=""/>
        <dsp:cNvSpPr/>
      </dsp:nvSpPr>
      <dsp:spPr>
        <a:xfrm>
          <a:off x="0" y="1489797"/>
          <a:ext cx="10515600" cy="647595"/>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kern="1200"/>
            <a:t>Level 2: Block-level generation</a:t>
          </a:r>
          <a:endParaRPr lang="en-US" sz="2700" kern="1200"/>
        </a:p>
      </dsp:txBody>
      <dsp:txXfrm>
        <a:off x="31613" y="1521410"/>
        <a:ext cx="10452374" cy="584369"/>
      </dsp:txXfrm>
    </dsp:sp>
    <dsp:sp modelId="{81DF08ED-268C-4765-A730-55AAEF641749}">
      <dsp:nvSpPr>
        <dsp:cNvPr id="0" name=""/>
        <dsp:cNvSpPr/>
      </dsp:nvSpPr>
      <dsp:spPr>
        <a:xfrm>
          <a:off x="0" y="2215152"/>
          <a:ext cx="10515600" cy="647595"/>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kern="1200"/>
            <a:t>Level 3: Supervised automation</a:t>
          </a:r>
          <a:endParaRPr lang="en-US" sz="2700" kern="1200"/>
        </a:p>
      </dsp:txBody>
      <dsp:txXfrm>
        <a:off x="31613" y="2246765"/>
        <a:ext cx="10452374" cy="584369"/>
      </dsp:txXfrm>
    </dsp:sp>
    <dsp:sp modelId="{B435A6CC-9D8E-492E-9BF4-B976253521A1}">
      <dsp:nvSpPr>
        <dsp:cNvPr id="0" name=""/>
        <dsp:cNvSpPr/>
      </dsp:nvSpPr>
      <dsp:spPr>
        <a:xfrm>
          <a:off x="0" y="2940507"/>
          <a:ext cx="10515600" cy="647595"/>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kern="1200"/>
            <a:t>Level 4: Agentic coding support</a:t>
          </a:r>
          <a:endParaRPr lang="en-US" sz="2700" kern="1200"/>
        </a:p>
      </dsp:txBody>
      <dsp:txXfrm>
        <a:off x="31613" y="2972120"/>
        <a:ext cx="10452374" cy="584369"/>
      </dsp:txXfrm>
    </dsp:sp>
    <dsp:sp modelId="{26F8E429-3342-4DD9-B660-986A0A41D453}">
      <dsp:nvSpPr>
        <dsp:cNvPr id="0" name=""/>
        <dsp:cNvSpPr/>
      </dsp:nvSpPr>
      <dsp:spPr>
        <a:xfrm>
          <a:off x="0" y="3665862"/>
          <a:ext cx="10515600" cy="647595"/>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kern="1200"/>
            <a:t>Level 5: Autonomous coding</a:t>
          </a:r>
          <a:endParaRPr lang="en-US" sz="2700" kern="1200"/>
        </a:p>
      </dsp:txBody>
      <dsp:txXfrm>
        <a:off x="31613" y="3697475"/>
        <a:ext cx="10452374" cy="5843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63F71B-E2E6-4E91-87D9-C72DAA6D2582}">
      <dsp:nvSpPr>
        <dsp:cNvPr id="0" name=""/>
        <dsp:cNvSpPr/>
      </dsp:nvSpPr>
      <dsp:spPr>
        <a:xfrm>
          <a:off x="189082" y="8195"/>
          <a:ext cx="1323913" cy="132391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3AEA76-0A7F-4B36-A837-8164DDED2601}">
      <dsp:nvSpPr>
        <dsp:cNvPr id="0" name=""/>
        <dsp:cNvSpPr/>
      </dsp:nvSpPr>
      <dsp:spPr>
        <a:xfrm>
          <a:off x="467104" y="286217"/>
          <a:ext cx="767869" cy="7678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4A196FB-F39B-4CB4-981C-DB7868EFC3B3}">
      <dsp:nvSpPr>
        <dsp:cNvPr id="0" name=""/>
        <dsp:cNvSpPr/>
      </dsp:nvSpPr>
      <dsp:spPr>
        <a:xfrm>
          <a:off x="1796691" y="8195"/>
          <a:ext cx="3120653" cy="1323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b="0" kern="1200"/>
            <a:t>Faster development</a:t>
          </a:r>
          <a:endParaRPr lang="en-US" sz="2400" kern="1200"/>
        </a:p>
      </dsp:txBody>
      <dsp:txXfrm>
        <a:off x="1796691" y="8195"/>
        <a:ext cx="3120653" cy="1323913"/>
      </dsp:txXfrm>
    </dsp:sp>
    <dsp:sp modelId="{00400E1F-1E72-4FA7-8AEB-1DE98AF53BBB}">
      <dsp:nvSpPr>
        <dsp:cNvPr id="0" name=""/>
        <dsp:cNvSpPr/>
      </dsp:nvSpPr>
      <dsp:spPr>
        <a:xfrm>
          <a:off x="5461095" y="8195"/>
          <a:ext cx="1323913" cy="132391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0AFE81-EFB5-41FF-AAE4-960328EF334F}">
      <dsp:nvSpPr>
        <dsp:cNvPr id="0" name=""/>
        <dsp:cNvSpPr/>
      </dsp:nvSpPr>
      <dsp:spPr>
        <a:xfrm>
          <a:off x="5739116" y="286217"/>
          <a:ext cx="767869" cy="7678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1608E9-BC6E-4D49-A796-2FB6C7B93A19}">
      <dsp:nvSpPr>
        <dsp:cNvPr id="0" name=""/>
        <dsp:cNvSpPr/>
      </dsp:nvSpPr>
      <dsp:spPr>
        <a:xfrm>
          <a:off x="7068704" y="8195"/>
          <a:ext cx="3120653" cy="1323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b="0" kern="1200"/>
            <a:t>Reduced boilerplate</a:t>
          </a:r>
          <a:endParaRPr lang="en-US" sz="2400" kern="1200"/>
        </a:p>
      </dsp:txBody>
      <dsp:txXfrm>
        <a:off x="7068704" y="8195"/>
        <a:ext cx="3120653" cy="1323913"/>
      </dsp:txXfrm>
    </dsp:sp>
    <dsp:sp modelId="{E96D6F83-A6B7-4395-96F6-B86786E3420C}">
      <dsp:nvSpPr>
        <dsp:cNvPr id="0" name=""/>
        <dsp:cNvSpPr/>
      </dsp:nvSpPr>
      <dsp:spPr>
        <a:xfrm>
          <a:off x="189082" y="1877792"/>
          <a:ext cx="1323913" cy="132391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A67ECF-3F47-4B36-869C-E6E4A6EA07DD}">
      <dsp:nvSpPr>
        <dsp:cNvPr id="0" name=""/>
        <dsp:cNvSpPr/>
      </dsp:nvSpPr>
      <dsp:spPr>
        <a:xfrm>
          <a:off x="467104" y="2155814"/>
          <a:ext cx="767869" cy="7678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586D78D-EFCB-48AC-994B-B9A8D72A4C6B}">
      <dsp:nvSpPr>
        <dsp:cNvPr id="0" name=""/>
        <dsp:cNvSpPr/>
      </dsp:nvSpPr>
      <dsp:spPr>
        <a:xfrm>
          <a:off x="1796691" y="1877792"/>
          <a:ext cx="3120653" cy="1323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b="0" kern="1200"/>
            <a:t>Support for debugging</a:t>
          </a:r>
          <a:endParaRPr lang="en-US" sz="2400" kern="1200"/>
        </a:p>
      </dsp:txBody>
      <dsp:txXfrm>
        <a:off x="1796691" y="1877792"/>
        <a:ext cx="3120653" cy="1323913"/>
      </dsp:txXfrm>
    </dsp:sp>
    <dsp:sp modelId="{E6B12BD3-A929-4BF0-8046-FB5C390B3B73}">
      <dsp:nvSpPr>
        <dsp:cNvPr id="0" name=""/>
        <dsp:cNvSpPr/>
      </dsp:nvSpPr>
      <dsp:spPr>
        <a:xfrm>
          <a:off x="5461095" y="1877792"/>
          <a:ext cx="1323913" cy="132391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F0A647-F5DC-403A-9D1A-9B607DCDB0BC}">
      <dsp:nvSpPr>
        <dsp:cNvPr id="0" name=""/>
        <dsp:cNvSpPr/>
      </dsp:nvSpPr>
      <dsp:spPr>
        <a:xfrm>
          <a:off x="5739116" y="2155814"/>
          <a:ext cx="767869" cy="7678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1ED3F9E-2DD2-4586-853A-6DB6B9AD540C}">
      <dsp:nvSpPr>
        <dsp:cNvPr id="0" name=""/>
        <dsp:cNvSpPr/>
      </dsp:nvSpPr>
      <dsp:spPr>
        <a:xfrm>
          <a:off x="7068704" y="1877792"/>
          <a:ext cx="3120653" cy="1323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b="0" kern="1200"/>
            <a:t>Improved onboarding</a:t>
          </a:r>
          <a:endParaRPr lang="en-US" sz="2400" kern="1200"/>
        </a:p>
      </dsp:txBody>
      <dsp:txXfrm>
        <a:off x="7068704" y="1877792"/>
        <a:ext cx="3120653" cy="13239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6FDE12-3DDF-4104-83FD-5566FBAC7996}">
      <dsp:nvSpPr>
        <dsp:cNvPr id="0" name=""/>
        <dsp:cNvSpPr/>
      </dsp:nvSpPr>
      <dsp:spPr>
        <a:xfrm>
          <a:off x="3040" y="801093"/>
          <a:ext cx="2170958" cy="13785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F5DEAD-590F-4C06-80A2-2CC89B0AFA7D}">
      <dsp:nvSpPr>
        <dsp:cNvPr id="0" name=""/>
        <dsp:cNvSpPr/>
      </dsp:nvSpPr>
      <dsp:spPr>
        <a:xfrm>
          <a:off x="244258" y="1030249"/>
          <a:ext cx="2170958" cy="137855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0" kern="1200"/>
            <a:t>Security issues</a:t>
          </a:r>
          <a:endParaRPr lang="en-US" sz="3600" kern="1200"/>
        </a:p>
      </dsp:txBody>
      <dsp:txXfrm>
        <a:off x="284635" y="1070626"/>
        <a:ext cx="2090204" cy="1297804"/>
      </dsp:txXfrm>
    </dsp:sp>
    <dsp:sp modelId="{C8104A5A-8794-47D3-A027-6B821B2C6F12}">
      <dsp:nvSpPr>
        <dsp:cNvPr id="0" name=""/>
        <dsp:cNvSpPr/>
      </dsp:nvSpPr>
      <dsp:spPr>
        <a:xfrm>
          <a:off x="2656434" y="801093"/>
          <a:ext cx="2170958" cy="13785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BF68EF-BD9A-4D40-965F-5C84FD59773E}">
      <dsp:nvSpPr>
        <dsp:cNvPr id="0" name=""/>
        <dsp:cNvSpPr/>
      </dsp:nvSpPr>
      <dsp:spPr>
        <a:xfrm>
          <a:off x="2897652" y="1030249"/>
          <a:ext cx="2170958" cy="137855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0" kern="1200"/>
            <a:t>Incorrect logic</a:t>
          </a:r>
          <a:endParaRPr lang="en-US" sz="3600" kern="1200"/>
        </a:p>
      </dsp:txBody>
      <dsp:txXfrm>
        <a:off x="2938029" y="1070626"/>
        <a:ext cx="2090204" cy="1297804"/>
      </dsp:txXfrm>
    </dsp:sp>
    <dsp:sp modelId="{13DD1F6B-C1AA-4C2B-908C-902FDB01C7E4}">
      <dsp:nvSpPr>
        <dsp:cNvPr id="0" name=""/>
        <dsp:cNvSpPr/>
      </dsp:nvSpPr>
      <dsp:spPr>
        <a:xfrm>
          <a:off x="5309828" y="801093"/>
          <a:ext cx="2170958" cy="13785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5FF1A5C-B9AD-40E4-90FB-CFA57B0FB020}">
      <dsp:nvSpPr>
        <dsp:cNvPr id="0" name=""/>
        <dsp:cNvSpPr/>
      </dsp:nvSpPr>
      <dsp:spPr>
        <a:xfrm>
          <a:off x="5551046" y="1030249"/>
          <a:ext cx="2170958" cy="137855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0" kern="1200"/>
            <a:t>Over-reliance</a:t>
          </a:r>
          <a:endParaRPr lang="en-US" sz="3600" kern="1200"/>
        </a:p>
      </dsp:txBody>
      <dsp:txXfrm>
        <a:off x="5591423" y="1070626"/>
        <a:ext cx="2090204" cy="1297804"/>
      </dsp:txXfrm>
    </dsp:sp>
    <dsp:sp modelId="{38FB1D8A-1158-444F-B87F-50884B97718E}">
      <dsp:nvSpPr>
        <dsp:cNvPr id="0" name=""/>
        <dsp:cNvSpPr/>
      </dsp:nvSpPr>
      <dsp:spPr>
        <a:xfrm>
          <a:off x="7963222" y="801093"/>
          <a:ext cx="2170958" cy="13785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4E8CFC-E8C1-4E24-BE6E-CBBE4EAD0CDE}">
      <dsp:nvSpPr>
        <dsp:cNvPr id="0" name=""/>
        <dsp:cNvSpPr/>
      </dsp:nvSpPr>
      <dsp:spPr>
        <a:xfrm>
          <a:off x="8204440" y="1030249"/>
          <a:ext cx="2170958" cy="137855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0" kern="1200"/>
            <a:t>Licensing risks</a:t>
          </a:r>
          <a:endParaRPr lang="en-US" sz="3600" kern="1200"/>
        </a:p>
      </dsp:txBody>
      <dsp:txXfrm>
        <a:off x="8244817" y="1070626"/>
        <a:ext cx="2090204" cy="129780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460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deck introduces the 6 levels of AI coding support and maps real tools to each level.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spectrum and explain how each level increases automation and risk.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Level 0 tools ensure clean code style but offer no intelligence.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that these tools do not understand intent or code structure.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Discuss responsible use and verifying AI-generated code.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these tools can create, test, and refactor code with guidance.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agent-like behaviour: AI executes multiple steps autonomously.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that Level 5 is theoretical and not used in production</a:t>
            </a:r>
            <a:r>
              <a:rPr lang="en-US" dirty="0"/>
              <a:t>, although many services claims to be.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actual level depends on how each tool is used.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AI tools speed up workflows when used correctly.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published research showing security flaws in AI-generated code.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SG" dirty="0"/>
              <a:t>“Let me walk you through a real incident that shows exactly why humans must stay in control when using AI agents.</a:t>
            </a:r>
          </a:p>
          <a:p>
            <a:r>
              <a:rPr lang="en-SG" dirty="0"/>
              <a:t>In July 2025, an investor named Jason Lemkin was building an app on </a:t>
            </a:r>
            <a:r>
              <a:rPr lang="en-SG" dirty="0" err="1"/>
              <a:t>Replit</a:t>
            </a:r>
            <a:r>
              <a:rPr lang="en-SG" dirty="0"/>
              <a:t>. He used their AI agent to help automate parts of the work. The problem was that the agent was given access to a real, production-like database. And what happened next is a perfect example of why we cannot rely on AI without proper guardrails.</a:t>
            </a:r>
          </a:p>
          <a:p>
            <a:r>
              <a:rPr lang="en-SG" dirty="0"/>
              <a:t>The AI agent actually deleted the database — it wiped information on more than 1,200 executives and companies. After doing the damage, the AI confidently told him that backups existed and everything was safe. That was completely false. It invented the reassurance. There were no backups.</a:t>
            </a:r>
          </a:p>
          <a:p>
            <a:r>
              <a:rPr lang="en-SG" dirty="0"/>
              <a:t>The incident became public, and </a:t>
            </a:r>
            <a:r>
              <a:rPr lang="en-SG" dirty="0" err="1"/>
              <a:t>Replit’s</a:t>
            </a:r>
            <a:r>
              <a:rPr lang="en-SG" dirty="0"/>
              <a:t> CEO, Amjad Masad, had to step in personally to apologise and restore what they could. Following this, </a:t>
            </a:r>
            <a:r>
              <a:rPr lang="en-SG" dirty="0" err="1"/>
              <a:t>Replit</a:t>
            </a:r>
            <a:r>
              <a:rPr lang="en-SG" dirty="0"/>
              <a:t> changed their platform so that AI agents can no longer interact directly with live databases.</a:t>
            </a:r>
          </a:p>
          <a:p>
            <a:r>
              <a:rPr lang="en-SG" dirty="0"/>
              <a:t>Now, this is what we mean by ‘vibe coding’ — letting an AI operate directly on a system while we assume it knows what it’s doing. The danger wasn’t just that the AI made a mistake. The real issue was the safety design: the AI had too much access, too much trust, and no </a:t>
            </a:r>
            <a:r>
              <a:rPr lang="en-SG" dirty="0" err="1"/>
              <a:t>failsafes</a:t>
            </a:r>
            <a:r>
              <a:rPr lang="en-SG" dirty="0"/>
              <a:t> in place.</a:t>
            </a:r>
          </a:p>
          <a:p>
            <a:r>
              <a:rPr lang="en-SG" dirty="0"/>
              <a:t>This event maps cleanly to Level 4 in the AI-coding spectrum — agentic behaviour. At this level, the AI can execute actions, not just suggest code. And when an agent is wrong, it can be wrong at computer speed.</a:t>
            </a:r>
          </a:p>
          <a:p>
            <a:r>
              <a:rPr lang="en-SG" dirty="0"/>
              <a:t>Linus Torvalds, who maintains the Linux kernel, has commented on this too. He says AI and vibe coding are fine for personal side projects, but they have no place in critical systems. His reason is simple: the cost of a silent mistake becomes too high.</a:t>
            </a:r>
          </a:p>
          <a:p>
            <a:r>
              <a:rPr lang="en-SG" dirty="0"/>
              <a:t>So the lesson here is clear: AI agents must never act alone on critical systems. We keep a human in the loop, and we always put </a:t>
            </a:r>
            <a:r>
              <a:rPr lang="en-SG" dirty="0" err="1"/>
              <a:t>failsafes</a:t>
            </a:r>
            <a:r>
              <a:rPr lang="en-SG" dirty="0"/>
              <a:t> between the AI and anything that matters.”</a:t>
            </a:r>
          </a:p>
          <a:p>
            <a:endParaRPr lang="en-GB" dirty="0"/>
          </a:p>
        </p:txBody>
      </p:sp>
    </p:spTree>
    <p:extLst>
      <p:ext uri="{BB962C8B-B14F-4D97-AF65-F5344CB8AC3E}">
        <p14:creationId xmlns:p14="http://schemas.microsoft.com/office/powerpoint/2010/main" val="1217141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GB" dirty="0"/>
          </a:p>
        </p:txBody>
      </p:sp>
    </p:spTree>
    <p:extLst>
      <p:ext uri="{BB962C8B-B14F-4D97-AF65-F5344CB8AC3E}">
        <p14:creationId xmlns:p14="http://schemas.microsoft.com/office/powerpoint/2010/main" val="14840730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GB" dirty="0"/>
          </a:p>
        </p:txBody>
      </p:sp>
    </p:spTree>
    <p:extLst>
      <p:ext uri="{BB962C8B-B14F-4D97-AF65-F5344CB8AC3E}">
        <p14:creationId xmlns:p14="http://schemas.microsoft.com/office/powerpoint/2010/main" val="3059791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12/24/2025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hyperlink" Target="https://www.sfgate.com/tech/article/bay-area-tech-product-rogue-ceo-apology-20780833.php" TargetMode="External"/><Relationship Id="rId5" Type="http://schemas.openxmlformats.org/officeDocument/2006/relationships/hyperlink" Target="https://www.techradar.com/pro/linux-godfather-linus-torvald-says-hes-fine-with-vibe-coding-just-dont-use-it-on-anything-important" TargetMode="Externa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53618" y="1239927"/>
            <a:ext cx="4008586" cy="4680583"/>
          </a:xfrm>
        </p:spPr>
        <p:txBody>
          <a:bodyPr anchor="ctr">
            <a:normAutofit/>
          </a:bodyPr>
          <a:lstStyle/>
          <a:p>
            <a:r>
              <a:rPr lang="en-SG" sz="5200"/>
              <a:t>AI Coding Spectrum &amp; Development Tools</a:t>
            </a:r>
          </a:p>
        </p:txBody>
      </p:sp>
      <p:sp>
        <p:nvSpPr>
          <p:cNvPr id="3" name="Content Placeholder 2"/>
          <p:cNvSpPr>
            <a:spLocks noGrp="1"/>
          </p:cNvSpPr>
          <p:nvPr>
            <p:ph idx="1"/>
          </p:nvPr>
        </p:nvSpPr>
        <p:spPr>
          <a:xfrm>
            <a:off x="6291923" y="1239927"/>
            <a:ext cx="4971824" cy="4680583"/>
          </a:xfrm>
        </p:spPr>
        <p:txBody>
          <a:bodyPr anchor="ctr">
            <a:normAutofit/>
          </a:bodyPr>
          <a:lstStyle/>
          <a:p>
            <a:endParaRPr lang="en-SG" sz="2000" dirty="0"/>
          </a:p>
          <a:p>
            <a:pPr>
              <a:defRPr b="0"/>
            </a:pPr>
            <a:r>
              <a:rPr lang="en-SG" sz="2000" dirty="0"/>
              <a:t>Reference: eclipsesource.com/blogs/2025/06/26/ai-coding-spectrum-levels-of-assistance/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557188"/>
            <a:ext cx="10515600" cy="1133499"/>
          </a:xfrm>
        </p:spPr>
        <p:txBody>
          <a:bodyPr>
            <a:normAutofit/>
          </a:bodyPr>
          <a:lstStyle/>
          <a:p>
            <a:r>
              <a:rPr lang="en-SG" sz="5200"/>
              <a:t>The 6 Levels of AI Coding Assistance</a:t>
            </a:r>
          </a:p>
        </p:txBody>
      </p:sp>
      <p:graphicFrame>
        <p:nvGraphicFramePr>
          <p:cNvPr id="5" name="Content Placeholder 2">
            <a:extLst>
              <a:ext uri="{FF2B5EF4-FFF2-40B4-BE49-F238E27FC236}">
                <a16:creationId xmlns:a16="http://schemas.microsoft.com/office/drawing/2014/main" id="{DC298D44-E51C-B1FD-4D2A-28C29B85358D}"/>
              </a:ext>
            </a:extLst>
          </p:cNvPr>
          <p:cNvGraphicFramePr>
            <a:graphicFrameLocks noGrp="1"/>
          </p:cNvGraphicFramePr>
          <p:nvPr>
            <p:ph idx="1"/>
            <p:extLst>
              <p:ext uri="{D42A27DB-BD31-4B8C-83A1-F6EECF244321}">
                <p14:modId xmlns:p14="http://schemas.microsoft.com/office/powerpoint/2010/main" val="2711146122"/>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Triangle 28">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5240" y="1050595"/>
            <a:ext cx="8074815" cy="1618489"/>
          </a:xfrm>
        </p:spPr>
        <p:txBody>
          <a:bodyPr anchor="ctr">
            <a:normAutofit/>
          </a:bodyPr>
          <a:lstStyle/>
          <a:p>
            <a:r>
              <a:rPr lang="en-SG" sz="7200"/>
              <a:t>Level 0 – Static Tools</a:t>
            </a:r>
          </a:p>
        </p:txBody>
      </p:sp>
      <p:sp>
        <p:nvSpPr>
          <p:cNvPr id="3" name="Content Placeholder 2"/>
          <p:cNvSpPr>
            <a:spLocks noGrp="1"/>
          </p:cNvSpPr>
          <p:nvPr>
            <p:ph idx="1"/>
          </p:nvPr>
        </p:nvSpPr>
        <p:spPr>
          <a:xfrm>
            <a:off x="1285240" y="2969469"/>
            <a:ext cx="8074815" cy="2800395"/>
          </a:xfrm>
        </p:spPr>
        <p:txBody>
          <a:bodyPr anchor="t">
            <a:normAutofit/>
          </a:bodyPr>
          <a:lstStyle/>
          <a:p>
            <a:pPr marL="0" indent="0">
              <a:buNone/>
              <a:defRPr b="0"/>
            </a:pPr>
            <a:br>
              <a:rPr lang="en-SG" sz="2400" dirty="0"/>
            </a:br>
            <a:r>
              <a:rPr lang="en-SG" sz="2400" dirty="0"/>
              <a:t>Examples: </a:t>
            </a:r>
          </a:p>
          <a:p>
            <a:pPr>
              <a:defRPr b="0"/>
            </a:pPr>
            <a:r>
              <a:rPr lang="en-SG" sz="2400" dirty="0"/>
              <a:t>Google Colab without GenAI</a:t>
            </a:r>
          </a:p>
          <a:p>
            <a:pPr>
              <a:defRPr b="0"/>
            </a:pPr>
            <a:r>
              <a:rPr lang="en-SG" sz="2400" dirty="0"/>
              <a:t>Visual Studio Code without GenAI</a:t>
            </a:r>
          </a:p>
          <a:p>
            <a:pPr marL="0" indent="0">
              <a:buNone/>
              <a:defRPr b="0"/>
            </a:pPr>
            <a:r>
              <a:rPr lang="en-SG" sz="2400" dirty="0"/>
              <a:t>Pros: Consistent formatting</a:t>
            </a:r>
          </a:p>
          <a:p>
            <a:pPr marL="0" indent="0">
              <a:buNone/>
              <a:defRPr b="0"/>
            </a:pPr>
            <a:r>
              <a:rPr lang="en-SG" sz="2400" dirty="0"/>
              <a:t>Concerns: No logic understanding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5240" y="1050595"/>
            <a:ext cx="8074815" cy="1618489"/>
          </a:xfrm>
        </p:spPr>
        <p:txBody>
          <a:bodyPr anchor="ctr">
            <a:normAutofit/>
          </a:bodyPr>
          <a:lstStyle/>
          <a:p>
            <a:pPr>
              <a:lnSpc>
                <a:spcPct val="90000"/>
              </a:lnSpc>
            </a:pPr>
            <a:r>
              <a:rPr lang="en-SG" sz="5000"/>
              <a:t>Level 1 – Token-Level Assistance</a:t>
            </a:r>
          </a:p>
        </p:txBody>
      </p:sp>
      <p:sp>
        <p:nvSpPr>
          <p:cNvPr id="3" name="Content Placeholder 2"/>
          <p:cNvSpPr>
            <a:spLocks noGrp="1"/>
          </p:cNvSpPr>
          <p:nvPr>
            <p:ph idx="1"/>
          </p:nvPr>
        </p:nvSpPr>
        <p:spPr>
          <a:xfrm>
            <a:off x="1285240" y="2969469"/>
            <a:ext cx="8074815" cy="2800395"/>
          </a:xfrm>
        </p:spPr>
        <p:txBody>
          <a:bodyPr anchor="t">
            <a:normAutofit/>
          </a:bodyPr>
          <a:lstStyle/>
          <a:p>
            <a:pPr>
              <a:lnSpc>
                <a:spcPct val="90000"/>
              </a:lnSpc>
            </a:pPr>
            <a:endParaRPr lang="en-SG" sz="2400" dirty="0"/>
          </a:p>
          <a:p>
            <a:pPr marL="0" indent="0">
              <a:lnSpc>
                <a:spcPct val="90000"/>
              </a:lnSpc>
              <a:buNone/>
              <a:defRPr b="0"/>
            </a:pPr>
            <a:r>
              <a:rPr lang="en-SG" sz="2400" dirty="0"/>
              <a:t>Examples: </a:t>
            </a:r>
          </a:p>
          <a:p>
            <a:pPr>
              <a:lnSpc>
                <a:spcPct val="90000"/>
              </a:lnSpc>
              <a:defRPr b="0"/>
            </a:pPr>
            <a:r>
              <a:rPr lang="en-SG" sz="2400" dirty="0"/>
              <a:t>IntelliSense</a:t>
            </a:r>
          </a:p>
          <a:p>
            <a:pPr>
              <a:lnSpc>
                <a:spcPct val="90000"/>
              </a:lnSpc>
              <a:defRPr b="0"/>
            </a:pPr>
            <a:r>
              <a:rPr lang="en-SG" sz="2400" dirty="0"/>
              <a:t>Google Colab autocomplete</a:t>
            </a:r>
          </a:p>
          <a:p>
            <a:pPr marL="0" indent="0">
              <a:lnSpc>
                <a:spcPct val="90000"/>
              </a:lnSpc>
              <a:buNone/>
              <a:defRPr b="0"/>
            </a:pPr>
            <a:r>
              <a:rPr lang="en-SG" sz="2400" dirty="0"/>
              <a:t>Pros: Faster typing</a:t>
            </a:r>
          </a:p>
          <a:p>
            <a:pPr marL="0" indent="0">
              <a:lnSpc>
                <a:spcPct val="90000"/>
              </a:lnSpc>
              <a:buNone/>
              <a:defRPr b="0"/>
            </a:pPr>
            <a:r>
              <a:rPr lang="en-SG" sz="2400" dirty="0"/>
              <a:t>Concerns: Limited to syntax suggestions (e.g.: parameters of a given function)</a:t>
            </a:r>
          </a:p>
        </p:txBody>
      </p:sp>
      <p:pic>
        <p:nvPicPr>
          <p:cNvPr id="1026" name="Picture 2" descr="What do different symbols mean in google-colab auto autocomplete? - Stack  Overflow">
            <a:extLst>
              <a:ext uri="{FF2B5EF4-FFF2-40B4-BE49-F238E27FC236}">
                <a16:creationId xmlns:a16="http://schemas.microsoft.com/office/drawing/2014/main" id="{74EE6F8E-C5CF-96AE-E5BE-1BB12A1FC3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8465" y="2168511"/>
            <a:ext cx="4248150" cy="26098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823AB17-7CEB-3BBB-FF47-60513CA8044B}"/>
              </a:ext>
            </a:extLst>
          </p:cNvPr>
          <p:cNvSpPr txBox="1"/>
          <p:nvPr/>
        </p:nvSpPr>
        <p:spPr>
          <a:xfrm>
            <a:off x="4218725" y="6290182"/>
            <a:ext cx="5099480" cy="200055"/>
          </a:xfrm>
          <a:prstGeom prst="rect">
            <a:avLst/>
          </a:prstGeom>
          <a:noFill/>
        </p:spPr>
        <p:txBody>
          <a:bodyPr wrap="square" rtlCol="0">
            <a:spAutoFit/>
          </a:bodyPr>
          <a:lstStyle/>
          <a:p>
            <a:r>
              <a:rPr lang="en-GB" sz="700" dirty="0"/>
              <a:t>https://stackoverflow.com/questions/57502384/what-do-different-symbols-mean-in-google-colab-auto-autocomplete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5240" y="1050595"/>
            <a:ext cx="8074815" cy="1618489"/>
          </a:xfrm>
        </p:spPr>
        <p:txBody>
          <a:bodyPr anchor="ctr">
            <a:normAutofit/>
          </a:bodyPr>
          <a:lstStyle/>
          <a:p>
            <a:pPr>
              <a:lnSpc>
                <a:spcPct val="90000"/>
              </a:lnSpc>
            </a:pPr>
            <a:r>
              <a:rPr lang="en-SG" sz="5000"/>
              <a:t>Level 2 – Block-Level Code Generation</a:t>
            </a:r>
          </a:p>
        </p:txBody>
      </p:sp>
      <p:sp>
        <p:nvSpPr>
          <p:cNvPr id="3" name="Content Placeholder 2"/>
          <p:cNvSpPr>
            <a:spLocks noGrp="1"/>
          </p:cNvSpPr>
          <p:nvPr>
            <p:ph idx="1"/>
          </p:nvPr>
        </p:nvSpPr>
        <p:spPr>
          <a:xfrm>
            <a:off x="1285240" y="2969469"/>
            <a:ext cx="8074815" cy="2800395"/>
          </a:xfrm>
        </p:spPr>
        <p:txBody>
          <a:bodyPr anchor="t">
            <a:normAutofit lnSpcReduction="10000"/>
          </a:bodyPr>
          <a:lstStyle/>
          <a:p>
            <a:pPr>
              <a:lnSpc>
                <a:spcPct val="90000"/>
              </a:lnSpc>
            </a:pPr>
            <a:endParaRPr lang="en-SG" sz="2400" dirty="0"/>
          </a:p>
          <a:p>
            <a:pPr marL="0" indent="0">
              <a:lnSpc>
                <a:spcPct val="90000"/>
              </a:lnSpc>
              <a:buNone/>
              <a:defRPr b="0"/>
            </a:pPr>
            <a:r>
              <a:rPr lang="en-SG" sz="2400" dirty="0"/>
              <a:t>Examples: </a:t>
            </a:r>
          </a:p>
          <a:p>
            <a:pPr>
              <a:lnSpc>
                <a:spcPct val="90000"/>
              </a:lnSpc>
              <a:defRPr b="0"/>
            </a:pPr>
            <a:r>
              <a:rPr lang="en-SG" sz="2400" dirty="0"/>
              <a:t>GitHub Copilot</a:t>
            </a:r>
          </a:p>
          <a:p>
            <a:pPr>
              <a:lnSpc>
                <a:spcPct val="90000"/>
              </a:lnSpc>
              <a:defRPr b="0"/>
            </a:pPr>
            <a:r>
              <a:rPr lang="en-SG" sz="2400" dirty="0" err="1"/>
              <a:t>Tabnine</a:t>
            </a:r>
            <a:endParaRPr lang="en-SG" sz="2400" dirty="0"/>
          </a:p>
          <a:p>
            <a:pPr>
              <a:lnSpc>
                <a:spcPct val="90000"/>
              </a:lnSpc>
              <a:defRPr b="0"/>
            </a:pPr>
            <a:r>
              <a:rPr lang="en-SG" sz="2400" dirty="0"/>
              <a:t>Windsurf predictive code (extension)</a:t>
            </a:r>
          </a:p>
          <a:p>
            <a:pPr marL="0" indent="0">
              <a:lnSpc>
                <a:spcPct val="90000"/>
              </a:lnSpc>
              <a:buNone/>
              <a:defRPr b="0"/>
            </a:pPr>
            <a:r>
              <a:rPr lang="en-SG" sz="2400" dirty="0"/>
              <a:t>Pros: Generates functions or code blocks</a:t>
            </a:r>
          </a:p>
          <a:p>
            <a:pPr marL="0" indent="0">
              <a:lnSpc>
                <a:spcPct val="90000"/>
              </a:lnSpc>
              <a:buNone/>
              <a:defRPr b="0"/>
            </a:pPr>
            <a:r>
              <a:rPr lang="en-SG" sz="2400" dirty="0"/>
              <a:t>Concerns: Logic does not extend well beyond existing block</a:t>
            </a:r>
          </a:p>
        </p:txBody>
      </p:sp>
      <p:pic>
        <p:nvPicPr>
          <p:cNvPr id="5" name="Picture 4">
            <a:extLst>
              <a:ext uri="{FF2B5EF4-FFF2-40B4-BE49-F238E27FC236}">
                <a16:creationId xmlns:a16="http://schemas.microsoft.com/office/drawing/2014/main" id="{0E00DF8A-D727-40D0-BC9F-7A669C3E9D08}"/>
              </a:ext>
            </a:extLst>
          </p:cNvPr>
          <p:cNvPicPr>
            <a:picLocks noChangeAspect="1"/>
          </p:cNvPicPr>
          <p:nvPr/>
        </p:nvPicPr>
        <p:blipFill>
          <a:blip r:embed="rId3"/>
          <a:stretch>
            <a:fillRect/>
          </a:stretch>
        </p:blipFill>
        <p:spPr>
          <a:xfrm>
            <a:off x="6949440" y="2669084"/>
            <a:ext cx="4319303" cy="22798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5240" y="1050595"/>
            <a:ext cx="8074815" cy="1618489"/>
          </a:xfrm>
        </p:spPr>
        <p:txBody>
          <a:bodyPr anchor="ctr">
            <a:normAutofit/>
          </a:bodyPr>
          <a:lstStyle/>
          <a:p>
            <a:pPr>
              <a:lnSpc>
                <a:spcPct val="90000"/>
              </a:lnSpc>
            </a:pPr>
            <a:r>
              <a:rPr lang="en-SG" sz="5000"/>
              <a:t>Level 3 – Supervised Automation</a:t>
            </a:r>
          </a:p>
        </p:txBody>
      </p:sp>
      <p:sp>
        <p:nvSpPr>
          <p:cNvPr id="3" name="Content Placeholder 2"/>
          <p:cNvSpPr>
            <a:spLocks noGrp="1"/>
          </p:cNvSpPr>
          <p:nvPr>
            <p:ph idx="1"/>
          </p:nvPr>
        </p:nvSpPr>
        <p:spPr>
          <a:xfrm>
            <a:off x="1285240" y="2969469"/>
            <a:ext cx="8074815" cy="2800395"/>
          </a:xfrm>
        </p:spPr>
        <p:txBody>
          <a:bodyPr anchor="t">
            <a:normAutofit/>
          </a:bodyPr>
          <a:lstStyle/>
          <a:p>
            <a:pPr marL="0" indent="0">
              <a:buNone/>
              <a:defRPr b="0"/>
            </a:pPr>
            <a:br>
              <a:rPr lang="en-SG" sz="2400" dirty="0"/>
            </a:br>
            <a:r>
              <a:rPr lang="en-SG" sz="2400" dirty="0"/>
              <a:t>Examples: </a:t>
            </a:r>
          </a:p>
          <a:p>
            <a:pPr>
              <a:defRPr b="0"/>
            </a:pPr>
            <a:r>
              <a:rPr lang="en-SG" sz="2400" dirty="0"/>
              <a:t>ChatGPT coding mode</a:t>
            </a:r>
          </a:p>
          <a:p>
            <a:pPr>
              <a:defRPr b="0"/>
            </a:pPr>
            <a:r>
              <a:rPr lang="en-SG" sz="2400" dirty="0"/>
              <a:t>Gemini Advanced</a:t>
            </a:r>
          </a:p>
          <a:p>
            <a:pPr marL="0" indent="0">
              <a:buNone/>
              <a:defRPr b="0"/>
            </a:pPr>
            <a:r>
              <a:rPr lang="en-SG" sz="2400" dirty="0"/>
              <a:t>Pros: Multi-step reasoning and debugging</a:t>
            </a:r>
          </a:p>
          <a:p>
            <a:pPr marL="0" indent="0">
              <a:buNone/>
              <a:defRPr b="0"/>
            </a:pPr>
            <a:r>
              <a:rPr lang="en-SG" sz="2400" dirty="0"/>
              <a:t>Concerns: Must still confirm logic manually</a:t>
            </a:r>
          </a:p>
        </p:txBody>
      </p:sp>
      <p:pic>
        <p:nvPicPr>
          <p:cNvPr id="5" name="Picture 4">
            <a:extLst>
              <a:ext uri="{FF2B5EF4-FFF2-40B4-BE49-F238E27FC236}">
                <a16:creationId xmlns:a16="http://schemas.microsoft.com/office/drawing/2014/main" id="{50F1192D-F2D4-2CEE-5DFE-F9A76F1E6E19}"/>
              </a:ext>
            </a:extLst>
          </p:cNvPr>
          <p:cNvPicPr>
            <a:picLocks noChangeAspect="1"/>
          </p:cNvPicPr>
          <p:nvPr/>
        </p:nvPicPr>
        <p:blipFill>
          <a:blip r:embed="rId3"/>
          <a:stretch>
            <a:fillRect/>
          </a:stretch>
        </p:blipFill>
        <p:spPr>
          <a:xfrm>
            <a:off x="6927926" y="2549066"/>
            <a:ext cx="4164054" cy="23684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5240" y="1050595"/>
            <a:ext cx="8074815" cy="1618489"/>
          </a:xfrm>
        </p:spPr>
        <p:txBody>
          <a:bodyPr anchor="ctr">
            <a:normAutofit/>
          </a:bodyPr>
          <a:lstStyle/>
          <a:p>
            <a:pPr>
              <a:lnSpc>
                <a:spcPct val="90000"/>
              </a:lnSpc>
            </a:pPr>
            <a:r>
              <a:rPr lang="en-SG" sz="5000"/>
              <a:t>Level 4 – Agentic Coding Support</a:t>
            </a:r>
          </a:p>
        </p:txBody>
      </p:sp>
      <p:sp>
        <p:nvSpPr>
          <p:cNvPr id="3" name="Content Placeholder 2"/>
          <p:cNvSpPr>
            <a:spLocks noGrp="1"/>
          </p:cNvSpPr>
          <p:nvPr>
            <p:ph idx="1"/>
          </p:nvPr>
        </p:nvSpPr>
        <p:spPr>
          <a:xfrm>
            <a:off x="1285240" y="2969469"/>
            <a:ext cx="8074815" cy="2800395"/>
          </a:xfrm>
        </p:spPr>
        <p:txBody>
          <a:bodyPr anchor="t">
            <a:normAutofit lnSpcReduction="10000"/>
          </a:bodyPr>
          <a:lstStyle/>
          <a:p>
            <a:endParaRPr lang="en-SG" sz="2400" dirty="0"/>
          </a:p>
          <a:p>
            <a:pPr marL="0" indent="0">
              <a:buNone/>
              <a:defRPr b="0"/>
            </a:pPr>
            <a:r>
              <a:rPr lang="en-SG" sz="2400" dirty="0"/>
              <a:t>Examples: </a:t>
            </a:r>
          </a:p>
          <a:p>
            <a:pPr>
              <a:defRPr b="0"/>
            </a:pPr>
            <a:r>
              <a:rPr lang="en-SG" sz="2400" dirty="0" err="1"/>
              <a:t>Sourcegraph</a:t>
            </a:r>
            <a:r>
              <a:rPr lang="en-SG" sz="2400" dirty="0"/>
              <a:t> Amp</a:t>
            </a:r>
          </a:p>
          <a:p>
            <a:pPr>
              <a:defRPr b="0"/>
            </a:pPr>
            <a:r>
              <a:rPr lang="en-SG" sz="2400" dirty="0" err="1"/>
              <a:t>Apiiro</a:t>
            </a:r>
            <a:endParaRPr lang="en-SG" sz="2400" dirty="0"/>
          </a:p>
          <a:p>
            <a:pPr marL="0" indent="0">
              <a:buNone/>
              <a:defRPr b="0"/>
            </a:pPr>
            <a:r>
              <a:rPr lang="en-SG" sz="2400" dirty="0"/>
              <a:t>Pros: </a:t>
            </a:r>
            <a:r>
              <a:rPr lang="en-SG" sz="2400" b="1" u="sng" dirty="0"/>
              <a:t>Multi-file</a:t>
            </a:r>
            <a:r>
              <a:rPr lang="en-SG" sz="2400" dirty="0"/>
              <a:t> changes and planning</a:t>
            </a:r>
          </a:p>
          <a:p>
            <a:pPr marL="0" indent="0">
              <a:buNone/>
              <a:defRPr b="0"/>
            </a:pPr>
            <a:r>
              <a:rPr lang="en-SG" sz="2400" dirty="0"/>
              <a:t>Concerns: Higher risk of logical error or hallucination when modifying large codebases</a:t>
            </a:r>
          </a:p>
        </p:txBody>
      </p:sp>
      <p:pic>
        <p:nvPicPr>
          <p:cNvPr id="5" name="Picture 4">
            <a:extLst>
              <a:ext uri="{FF2B5EF4-FFF2-40B4-BE49-F238E27FC236}">
                <a16:creationId xmlns:a16="http://schemas.microsoft.com/office/drawing/2014/main" id="{BEE391D3-9615-0CC2-0884-4AB8A82BC5AD}"/>
              </a:ext>
            </a:extLst>
          </p:cNvPr>
          <p:cNvPicPr>
            <a:picLocks noChangeAspect="1"/>
          </p:cNvPicPr>
          <p:nvPr/>
        </p:nvPicPr>
        <p:blipFill>
          <a:blip r:embed="rId3"/>
          <a:stretch>
            <a:fillRect/>
          </a:stretch>
        </p:blipFill>
        <p:spPr>
          <a:xfrm>
            <a:off x="6949440" y="2342626"/>
            <a:ext cx="4055350" cy="24283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5240" y="1050595"/>
            <a:ext cx="8074815" cy="1618489"/>
          </a:xfrm>
        </p:spPr>
        <p:txBody>
          <a:bodyPr anchor="ctr">
            <a:normAutofit/>
          </a:bodyPr>
          <a:lstStyle/>
          <a:p>
            <a:pPr>
              <a:lnSpc>
                <a:spcPct val="90000"/>
              </a:lnSpc>
            </a:pPr>
            <a:r>
              <a:rPr lang="en-SG" sz="5000"/>
              <a:t>Level 5 – Autonomous Coding</a:t>
            </a:r>
          </a:p>
        </p:txBody>
      </p:sp>
      <p:sp>
        <p:nvSpPr>
          <p:cNvPr id="3" name="Content Placeholder 2"/>
          <p:cNvSpPr>
            <a:spLocks noGrp="1"/>
          </p:cNvSpPr>
          <p:nvPr>
            <p:ph idx="1"/>
          </p:nvPr>
        </p:nvSpPr>
        <p:spPr>
          <a:xfrm>
            <a:off x="1285240" y="2969469"/>
            <a:ext cx="8074815" cy="2800395"/>
          </a:xfrm>
        </p:spPr>
        <p:txBody>
          <a:bodyPr anchor="t">
            <a:normAutofit/>
          </a:bodyPr>
          <a:lstStyle/>
          <a:p>
            <a:endParaRPr lang="en-SG" sz="2400" dirty="0"/>
          </a:p>
          <a:p>
            <a:pPr>
              <a:defRPr b="0"/>
            </a:pPr>
            <a:r>
              <a:rPr lang="en-SG" sz="2400" dirty="0"/>
              <a:t>Examples: Research models only </a:t>
            </a:r>
            <a:br>
              <a:rPr lang="en-SG" sz="2400" dirty="0"/>
            </a:br>
            <a:r>
              <a:rPr lang="en-SG" sz="2400" dirty="0"/>
              <a:t>(Not fully commercially available yet)</a:t>
            </a:r>
          </a:p>
          <a:p>
            <a:pPr>
              <a:defRPr b="0"/>
            </a:pPr>
            <a:r>
              <a:rPr lang="en-SG" sz="2400" dirty="0"/>
              <a:t>Pros: High automation</a:t>
            </a:r>
          </a:p>
          <a:p>
            <a:pPr>
              <a:defRPr b="0"/>
            </a:pPr>
            <a:r>
              <a:rPr lang="en-SG" sz="2400" dirty="0"/>
              <a:t>Concerns: Reliability and production readiness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anchor="ctr">
            <a:normAutofit/>
          </a:bodyPr>
          <a:lstStyle/>
          <a:p>
            <a:r>
              <a:rPr lang="en-SG" sz="4800"/>
              <a:t>Tool Mapping Overview</a:t>
            </a:r>
          </a:p>
        </p:txBody>
      </p:sp>
      <p:sp>
        <p:nvSpPr>
          <p:cNvPr id="3" name="Content Placeholder 2"/>
          <p:cNvSpPr>
            <a:spLocks noGrp="1"/>
          </p:cNvSpPr>
          <p:nvPr>
            <p:ph idx="1"/>
          </p:nvPr>
        </p:nvSpPr>
        <p:spPr>
          <a:xfrm>
            <a:off x="1045028" y="3017522"/>
            <a:ext cx="9941319" cy="3124658"/>
          </a:xfrm>
        </p:spPr>
        <p:txBody>
          <a:bodyPr anchor="ctr">
            <a:normAutofit/>
          </a:bodyPr>
          <a:lstStyle/>
          <a:p>
            <a:endParaRPr lang="en-SG" sz="2400"/>
          </a:p>
          <a:p>
            <a:pPr>
              <a:defRPr b="0"/>
            </a:pPr>
            <a:r>
              <a:rPr lang="en-SG" sz="2400"/>
              <a:t>Copilot: Level 2</a:t>
            </a:r>
          </a:p>
          <a:p>
            <a:pPr>
              <a:defRPr b="0"/>
            </a:pPr>
            <a:r>
              <a:rPr lang="en-SG" sz="2400"/>
              <a:t>ChatGPT and Gemini: Level 2–3</a:t>
            </a:r>
          </a:p>
          <a:p>
            <a:pPr>
              <a:defRPr b="0"/>
            </a:pPr>
            <a:r>
              <a:rPr lang="en-SG" sz="2400"/>
              <a:t>Windsurf: Level 2</a:t>
            </a:r>
          </a:p>
          <a:p>
            <a:pPr>
              <a:defRPr b="0"/>
            </a:pPr>
            <a:r>
              <a:rPr lang="en-SG" sz="2400"/>
              <a:t>Colab: Level 0–1</a:t>
            </a:r>
          </a:p>
          <a:p>
            <a:pPr>
              <a:defRPr b="0"/>
            </a:pPr>
            <a:r>
              <a:rPr lang="en-SG" sz="2400"/>
              <a:t>VS Code: Level 0–1</a:t>
            </a:r>
          </a:p>
          <a:p>
            <a:pPr>
              <a:defRPr b="0"/>
            </a:pPr>
            <a:r>
              <a:rPr lang="en-SG" sz="2400"/>
              <a:t>Sourcegraph Amp: Level 4</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10173010" cy="1554480"/>
          </a:xfrm>
        </p:spPr>
        <p:txBody>
          <a:bodyPr anchor="ctr">
            <a:normAutofit/>
          </a:bodyPr>
          <a:lstStyle/>
          <a:p>
            <a:r>
              <a:rPr lang="en-SG" sz="4800"/>
              <a:t>Benefits of AI Coding Tools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5DE3C153-390F-255C-3655-A50AC2F2305C}"/>
              </a:ext>
            </a:extLst>
          </p:cNvPr>
          <p:cNvGraphicFramePr>
            <a:graphicFrameLocks noGrp="1"/>
          </p:cNvGraphicFramePr>
          <p:nvPr>
            <p:ph idx="1"/>
            <p:extLst>
              <p:ext uri="{D42A27DB-BD31-4B8C-83A1-F6EECF244321}">
                <p14:modId xmlns:p14="http://schemas.microsoft.com/office/powerpoint/2010/main" val="1459910879"/>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45" name="Rectangle 4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Rectangle 4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10173010" cy="1554480"/>
          </a:xfrm>
        </p:spPr>
        <p:txBody>
          <a:bodyPr anchor="ctr">
            <a:normAutofit/>
          </a:bodyPr>
          <a:lstStyle/>
          <a:p>
            <a:r>
              <a:rPr lang="en-SG" sz="4800"/>
              <a:t>Risks of AI Coding Tools</a:t>
            </a:r>
          </a:p>
        </p:txBody>
      </p:sp>
      <p:cxnSp>
        <p:nvCxnSpPr>
          <p:cNvPr id="51" name="Straight Connector 5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76856F9-886E-3D47-EC85-AB57FC00BEDB}"/>
              </a:ext>
            </a:extLst>
          </p:cNvPr>
          <p:cNvGraphicFramePr>
            <a:graphicFrameLocks noGrp="1"/>
          </p:cNvGraphicFramePr>
          <p:nvPr>
            <p:ph idx="1"/>
            <p:extLst>
              <p:ext uri="{D42A27DB-BD31-4B8C-83A1-F6EECF244321}">
                <p14:modId xmlns:p14="http://schemas.microsoft.com/office/powerpoint/2010/main" val="4289668058"/>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21C4EA8-6B83-4338-913D-D75D3C4F3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8C4E4C-805C-17BD-6168-975A7D8ACDA2}"/>
              </a:ext>
            </a:extLst>
          </p:cNvPr>
          <p:cNvSpPr>
            <a:spLocks noGrp="1"/>
          </p:cNvSpPr>
          <p:nvPr>
            <p:ph type="title"/>
          </p:nvPr>
        </p:nvSpPr>
        <p:spPr>
          <a:xfrm>
            <a:off x="337497" y="679731"/>
            <a:ext cx="3124151" cy="3736540"/>
          </a:xfrm>
        </p:spPr>
        <p:txBody>
          <a:bodyPr vert="horz" lIns="91440" tIns="45720" rIns="91440" bIns="45720" rtlCol="0" anchor="b">
            <a:normAutofit/>
          </a:bodyPr>
          <a:lstStyle/>
          <a:p>
            <a:pPr algn="l" defTabSz="914400">
              <a:lnSpc>
                <a:spcPct val="90000"/>
              </a:lnSpc>
            </a:pPr>
            <a:r>
              <a:rPr lang="en-US" sz="4600" dirty="0"/>
              <a:t>Human in the loop and failsafe</a:t>
            </a:r>
          </a:p>
        </p:txBody>
      </p:sp>
      <p:grpSp>
        <p:nvGrpSpPr>
          <p:cNvPr id="16" name="Group 15">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7" name="Straight Connector 16">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1084" y="679731"/>
            <a:ext cx="7682293" cy="56628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A031F0B-D849-C242-6003-EA164B307C95}"/>
              </a:ext>
            </a:extLst>
          </p:cNvPr>
          <p:cNvPicPr>
            <a:picLocks noChangeAspect="1"/>
          </p:cNvPicPr>
          <p:nvPr/>
        </p:nvPicPr>
        <p:blipFill>
          <a:blip r:embed="rId3"/>
          <a:stretch>
            <a:fillRect/>
          </a:stretch>
        </p:blipFill>
        <p:spPr>
          <a:xfrm>
            <a:off x="7885486" y="975090"/>
            <a:ext cx="3383280" cy="4587498"/>
          </a:xfrm>
          <a:prstGeom prst="rect">
            <a:avLst/>
          </a:prstGeom>
        </p:spPr>
      </p:pic>
      <p:pic>
        <p:nvPicPr>
          <p:cNvPr id="7" name="Picture 6">
            <a:extLst>
              <a:ext uri="{FF2B5EF4-FFF2-40B4-BE49-F238E27FC236}">
                <a16:creationId xmlns:a16="http://schemas.microsoft.com/office/drawing/2014/main" id="{2F5E229D-3DA8-988C-710D-9E34F1E018D1}"/>
              </a:ext>
            </a:extLst>
          </p:cNvPr>
          <p:cNvPicPr>
            <a:picLocks noChangeAspect="1"/>
          </p:cNvPicPr>
          <p:nvPr/>
        </p:nvPicPr>
        <p:blipFill>
          <a:blip r:embed="rId4"/>
          <a:stretch>
            <a:fillRect/>
          </a:stretch>
        </p:blipFill>
        <p:spPr>
          <a:xfrm>
            <a:off x="3821084" y="1570278"/>
            <a:ext cx="3878034" cy="3179987"/>
          </a:xfrm>
          <a:prstGeom prst="rect">
            <a:avLst/>
          </a:prstGeom>
        </p:spPr>
      </p:pic>
      <p:sp>
        <p:nvSpPr>
          <p:cNvPr id="11" name="TextBox 10">
            <a:extLst>
              <a:ext uri="{FF2B5EF4-FFF2-40B4-BE49-F238E27FC236}">
                <a16:creationId xmlns:a16="http://schemas.microsoft.com/office/drawing/2014/main" id="{1E75089F-6901-762E-F79D-E3CD38F2CC7F}"/>
              </a:ext>
            </a:extLst>
          </p:cNvPr>
          <p:cNvSpPr txBox="1"/>
          <p:nvPr/>
        </p:nvSpPr>
        <p:spPr>
          <a:xfrm>
            <a:off x="337497" y="5943141"/>
            <a:ext cx="6096000" cy="369332"/>
          </a:xfrm>
          <a:prstGeom prst="rect">
            <a:avLst/>
          </a:prstGeom>
          <a:noFill/>
        </p:spPr>
        <p:txBody>
          <a:bodyPr wrap="square">
            <a:spAutoFit/>
          </a:bodyPr>
          <a:lstStyle/>
          <a:p>
            <a:r>
              <a:rPr lang="en-GB" sz="900" dirty="0">
                <a:solidFill>
                  <a:srgbClr val="FF0000"/>
                </a:solidFill>
                <a:hlinkClick r:id="rId5"/>
              </a:rPr>
              <a:t>https://www.techradar.com/pro/linux-godfather-linus-torvald-says-hes-fine-with-vibe-coding-just-dont-use-it-on-anything-important</a:t>
            </a:r>
            <a:r>
              <a:rPr lang="en-GB" sz="900" dirty="0">
                <a:solidFill>
                  <a:srgbClr val="FF0000"/>
                </a:solidFill>
              </a:rPr>
              <a:t> </a:t>
            </a:r>
          </a:p>
        </p:txBody>
      </p:sp>
      <p:sp>
        <p:nvSpPr>
          <p:cNvPr id="13" name="TextBox 12">
            <a:extLst>
              <a:ext uri="{FF2B5EF4-FFF2-40B4-BE49-F238E27FC236}">
                <a16:creationId xmlns:a16="http://schemas.microsoft.com/office/drawing/2014/main" id="{CF859A22-8BA1-F22B-FC93-2543149B9B6E}"/>
              </a:ext>
            </a:extLst>
          </p:cNvPr>
          <p:cNvSpPr txBox="1"/>
          <p:nvPr/>
        </p:nvSpPr>
        <p:spPr>
          <a:xfrm>
            <a:off x="337497" y="5562588"/>
            <a:ext cx="6096000" cy="246221"/>
          </a:xfrm>
          <a:prstGeom prst="rect">
            <a:avLst/>
          </a:prstGeom>
          <a:noFill/>
        </p:spPr>
        <p:txBody>
          <a:bodyPr wrap="square">
            <a:spAutoFit/>
          </a:bodyPr>
          <a:lstStyle/>
          <a:p>
            <a:r>
              <a:rPr lang="en-GB" sz="1000" dirty="0">
                <a:hlinkClick r:id="rId6"/>
              </a:rPr>
              <a:t>https://www.sfgate.com/tech/article/bay-area-tech-product-rogue-ceo-apology-20780833.php</a:t>
            </a:r>
            <a:r>
              <a:rPr lang="en-GB" sz="1000" dirty="0"/>
              <a:t> </a:t>
            </a:r>
          </a:p>
        </p:txBody>
      </p:sp>
    </p:spTree>
    <p:extLst>
      <p:ext uri="{BB962C8B-B14F-4D97-AF65-F5344CB8AC3E}">
        <p14:creationId xmlns:p14="http://schemas.microsoft.com/office/powerpoint/2010/main" val="4062876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3497CEDF-7506-FBB5-9982-9B09306C505A}"/>
              </a:ext>
            </a:extLst>
          </p:cNvPr>
          <p:cNvSpPr>
            <a:spLocks noGrp="1"/>
          </p:cNvSpPr>
          <p:nvPr>
            <p:ph type="title"/>
          </p:nvPr>
        </p:nvSpPr>
        <p:spPr>
          <a:xfrm>
            <a:off x="793662" y="386930"/>
            <a:ext cx="10066122" cy="1298448"/>
          </a:xfrm>
        </p:spPr>
        <p:txBody>
          <a:bodyPr vert="horz" lIns="91440" tIns="45720" rIns="91440" bIns="45720" rtlCol="0" anchor="b">
            <a:normAutofit/>
          </a:bodyPr>
          <a:lstStyle/>
          <a:p>
            <a:pPr algn="l" defTabSz="914400">
              <a:lnSpc>
                <a:spcPct val="90000"/>
              </a:lnSpc>
            </a:pPr>
            <a:r>
              <a:rPr lang="en-SG" sz="4800" dirty="0"/>
              <a:t>Why Versioning Matters for AI Work</a:t>
            </a:r>
            <a:endParaRPr lang="en-US" sz="4800" kern="1200" dirty="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84F3D25C-5C1D-EA6D-5E48-FF145028A38F}"/>
              </a:ext>
            </a:extLst>
          </p:cNvPr>
          <p:cNvSpPr>
            <a:spLocks noChangeArrowheads="1"/>
          </p:cNvSpPr>
          <p:nvPr/>
        </p:nvSpPr>
        <p:spPr bwMode="auto">
          <a:xfrm>
            <a:off x="793661" y="2394857"/>
            <a:ext cx="4530898" cy="384410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R="0" lvl="0" defTabSz="914400" fontAlgn="base">
              <a:lnSpc>
                <a:spcPct val="90000"/>
              </a:lnSpc>
              <a:spcBef>
                <a:spcPct val="0"/>
              </a:spcBef>
              <a:spcAft>
                <a:spcPts val="600"/>
              </a:spcAft>
              <a:buClrTx/>
              <a:buSzTx/>
              <a:tabLst/>
            </a:pPr>
            <a:r>
              <a:rPr kumimoji="0" lang="en-US" altLang="en-US" sz="2000" b="1" i="0" u="none" strike="noStrike" cap="none" normalizeH="0" baseline="0" dirty="0">
                <a:ln>
                  <a:noFill/>
                </a:ln>
                <a:effectLst/>
              </a:rPr>
              <a:t>Simple examples:</a:t>
            </a:r>
            <a:endParaRPr kumimoji="0" lang="en-US" altLang="en-US" sz="2000" b="0" i="0" u="none" strike="noStrike" cap="none" normalizeH="0" baseline="0" dirty="0">
              <a:ln>
                <a:noFill/>
              </a:ln>
              <a:effectLst/>
            </a:endParaRPr>
          </a:p>
          <a:p>
            <a:pPr marL="342900" marR="0" lvl="0" indent="-342900" defTabSz="9144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effectLst/>
              </a:rPr>
              <a:t>You test Feature A. Next day, Feature B. Then, Feature C, etc. Suddenly the code stops working. </a:t>
            </a:r>
          </a:p>
          <a:p>
            <a:pPr marL="342900" marR="0" lvl="0" indent="-342900" defTabSz="9144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effectLst/>
              </a:rPr>
              <a:t>Maybe it is not Feature B and C issue, but how A and C created contradiction. </a:t>
            </a:r>
          </a:p>
          <a:p>
            <a:pPr marL="342900" marR="0" lvl="0" indent="-342900" defTabSz="9144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effectLst/>
              </a:rPr>
              <a:t>Without versioning, you forget what changed.</a:t>
            </a:r>
          </a:p>
          <a:p>
            <a:pPr marL="342900" marR="0" lvl="0" indent="-342900" defTabSz="9144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effectLst/>
              </a:rPr>
              <a:t>Model development mistakes are easier to reverse using commit history.</a:t>
            </a:r>
          </a:p>
          <a:p>
            <a:pPr marL="0" marR="0" lvl="0" indent="-228600" defTabSz="914400" fontAlgn="base">
              <a:lnSpc>
                <a:spcPct val="90000"/>
              </a:lnSpc>
              <a:spcBef>
                <a:spcPct val="0"/>
              </a:spcBef>
              <a:spcAft>
                <a:spcPts val="600"/>
              </a:spcAft>
              <a:buClrTx/>
              <a:buSzTx/>
              <a:buFont typeface="Arial" panose="020B0604020202020204" pitchFamily="34" charset="0"/>
              <a:buChar char="•"/>
              <a:tabLst/>
            </a:pPr>
            <a:endParaRPr kumimoji="0" lang="en-US" altLang="en-US" sz="2000" b="0" i="0" u="none" strike="noStrike" cap="none" normalizeH="0" baseline="0" dirty="0">
              <a:ln>
                <a:noFill/>
              </a:ln>
              <a:effectLst/>
            </a:endParaRPr>
          </a:p>
        </p:txBody>
      </p:sp>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C50FC29C-E2AF-88E7-7EB1-030C28CCDB16}"/>
              </a:ext>
            </a:extLst>
          </p:cNvPr>
          <p:cNvGraphicFramePr>
            <a:graphicFrameLocks noGrp="1"/>
          </p:cNvGraphicFramePr>
          <p:nvPr>
            <p:ph idx="1"/>
            <p:extLst>
              <p:ext uri="{D42A27DB-BD31-4B8C-83A1-F6EECF244321}">
                <p14:modId xmlns:p14="http://schemas.microsoft.com/office/powerpoint/2010/main" val="2155486733"/>
              </p:ext>
            </p:extLst>
          </p:nvPr>
        </p:nvGraphicFramePr>
        <p:xfrm>
          <a:off x="5911532" y="3131290"/>
          <a:ext cx="5150278" cy="2681107"/>
        </p:xfrm>
        <a:graphic>
          <a:graphicData uri="http://schemas.openxmlformats.org/drawingml/2006/table">
            <a:tbl>
              <a:tblPr>
                <a:tableStyleId>{8799B23B-EC83-4686-B30A-512413B5E67A}</a:tableStyleId>
              </a:tblPr>
              <a:tblGrid>
                <a:gridCol w="2589382">
                  <a:extLst>
                    <a:ext uri="{9D8B030D-6E8A-4147-A177-3AD203B41FA5}">
                      <a16:colId xmlns:a16="http://schemas.microsoft.com/office/drawing/2014/main" val="523220266"/>
                    </a:ext>
                  </a:extLst>
                </a:gridCol>
                <a:gridCol w="2560896">
                  <a:extLst>
                    <a:ext uri="{9D8B030D-6E8A-4147-A177-3AD203B41FA5}">
                      <a16:colId xmlns:a16="http://schemas.microsoft.com/office/drawing/2014/main" val="4163198540"/>
                    </a:ext>
                  </a:extLst>
                </a:gridCol>
              </a:tblGrid>
              <a:tr h="451219">
                <a:tc>
                  <a:txBody>
                    <a:bodyPr/>
                    <a:lstStyle/>
                    <a:p>
                      <a:pPr>
                        <a:buNone/>
                      </a:pPr>
                      <a:r>
                        <a:rPr lang="en-SG" sz="2000" b="1"/>
                        <a:t>Without versioning</a:t>
                      </a:r>
                    </a:p>
                  </a:txBody>
                  <a:tcPr marL="102550" marR="102550" marT="51275" marB="51275" anchor="ctr"/>
                </a:tc>
                <a:tc>
                  <a:txBody>
                    <a:bodyPr/>
                    <a:lstStyle/>
                    <a:p>
                      <a:pPr>
                        <a:buNone/>
                      </a:pPr>
                      <a:r>
                        <a:rPr lang="en-SG" sz="2000" b="1" dirty="0"/>
                        <a:t>With versioning</a:t>
                      </a:r>
                    </a:p>
                  </a:txBody>
                  <a:tcPr marL="102550" marR="102550" marT="51275" marB="51275" anchor="ctr"/>
                </a:tc>
                <a:extLst>
                  <a:ext uri="{0D108BD9-81ED-4DB2-BD59-A6C34878D82A}">
                    <a16:rowId xmlns:a16="http://schemas.microsoft.com/office/drawing/2014/main" val="3254311770"/>
                  </a:ext>
                </a:extLst>
              </a:tr>
              <a:tr h="451219">
                <a:tc>
                  <a:txBody>
                    <a:bodyPr/>
                    <a:lstStyle/>
                    <a:p>
                      <a:pPr>
                        <a:buNone/>
                      </a:pPr>
                      <a:r>
                        <a:rPr lang="en-SG" sz="2000" dirty="0"/>
                        <a:t>Earlier works are lost</a:t>
                      </a:r>
                    </a:p>
                  </a:txBody>
                  <a:tcPr marL="102550" marR="102550" marT="51275" marB="51275" anchor="ctr"/>
                </a:tc>
                <a:tc>
                  <a:txBody>
                    <a:bodyPr/>
                    <a:lstStyle/>
                    <a:p>
                      <a:pPr>
                        <a:buNone/>
                      </a:pPr>
                      <a:r>
                        <a:rPr lang="en-SG" sz="2000" dirty="0"/>
                        <a:t>Earlier works are safely saved</a:t>
                      </a:r>
                    </a:p>
                  </a:txBody>
                  <a:tcPr marL="102550" marR="102550" marT="51275" marB="51275" anchor="ctr"/>
                </a:tc>
                <a:extLst>
                  <a:ext uri="{0D108BD9-81ED-4DB2-BD59-A6C34878D82A}">
                    <a16:rowId xmlns:a16="http://schemas.microsoft.com/office/drawing/2014/main" val="1567774996"/>
                  </a:ext>
                </a:extLst>
              </a:tr>
              <a:tr h="758869">
                <a:tc>
                  <a:txBody>
                    <a:bodyPr/>
                    <a:lstStyle/>
                    <a:p>
                      <a:pPr>
                        <a:buNone/>
                      </a:pPr>
                      <a:r>
                        <a:rPr lang="en-SG" sz="2000"/>
                        <a:t>Hard to track model changes</a:t>
                      </a:r>
                    </a:p>
                  </a:txBody>
                  <a:tcPr marL="102550" marR="102550" marT="51275" marB="51275" anchor="ctr"/>
                </a:tc>
                <a:tc>
                  <a:txBody>
                    <a:bodyPr/>
                    <a:lstStyle/>
                    <a:p>
                      <a:pPr>
                        <a:buNone/>
                      </a:pPr>
                      <a:r>
                        <a:rPr lang="en-SG" sz="2000" dirty="0"/>
                        <a:t>Easy to track improvements</a:t>
                      </a:r>
                    </a:p>
                  </a:txBody>
                  <a:tcPr marL="102550" marR="102550" marT="51275" marB="51275" anchor="ctr"/>
                </a:tc>
                <a:extLst>
                  <a:ext uri="{0D108BD9-81ED-4DB2-BD59-A6C34878D82A}">
                    <a16:rowId xmlns:a16="http://schemas.microsoft.com/office/drawing/2014/main" val="416144407"/>
                  </a:ext>
                </a:extLst>
              </a:tr>
              <a:tr h="758869">
                <a:tc>
                  <a:txBody>
                    <a:bodyPr/>
                    <a:lstStyle/>
                    <a:p>
                      <a:pPr>
                        <a:buNone/>
                      </a:pPr>
                      <a:r>
                        <a:rPr lang="en-SG" sz="2000"/>
                        <a:t>No audit trail</a:t>
                      </a:r>
                    </a:p>
                  </a:txBody>
                  <a:tcPr marL="102550" marR="102550" marT="51275" marB="51275" anchor="ctr"/>
                </a:tc>
                <a:tc>
                  <a:txBody>
                    <a:bodyPr/>
                    <a:lstStyle/>
                    <a:p>
                      <a:pPr>
                        <a:buNone/>
                      </a:pPr>
                      <a:r>
                        <a:rPr lang="en-SG" sz="2000" dirty="0"/>
                        <a:t>Clear history for audit and presentation</a:t>
                      </a:r>
                    </a:p>
                  </a:txBody>
                  <a:tcPr marL="102550" marR="102550" marT="51275" marB="51275" anchor="ctr"/>
                </a:tc>
                <a:extLst>
                  <a:ext uri="{0D108BD9-81ED-4DB2-BD59-A6C34878D82A}">
                    <a16:rowId xmlns:a16="http://schemas.microsoft.com/office/drawing/2014/main" val="2133473093"/>
                  </a:ext>
                </a:extLst>
              </a:tr>
            </a:tbl>
          </a:graphicData>
        </a:graphic>
      </p:graphicFrame>
      <p:sp>
        <p:nvSpPr>
          <p:cNvPr id="8" name="TextBox 7">
            <a:extLst>
              <a:ext uri="{FF2B5EF4-FFF2-40B4-BE49-F238E27FC236}">
                <a16:creationId xmlns:a16="http://schemas.microsoft.com/office/drawing/2014/main" id="{7DF79EDC-7678-9DD6-4F0A-DFCED98CB756}"/>
              </a:ext>
            </a:extLst>
          </p:cNvPr>
          <p:cNvSpPr txBox="1"/>
          <p:nvPr/>
        </p:nvSpPr>
        <p:spPr>
          <a:xfrm>
            <a:off x="5839053" y="2752549"/>
            <a:ext cx="6166756" cy="369332"/>
          </a:xfrm>
          <a:prstGeom prst="rect">
            <a:avLst/>
          </a:prstGeom>
          <a:noFill/>
        </p:spPr>
        <p:txBody>
          <a:bodyPr wrap="square">
            <a:spAutoFit/>
          </a:bodyPr>
          <a:lstStyle/>
          <a:p>
            <a:pPr marR="0" lvl="0" defTabSz="914400" fontAlgn="base">
              <a:lnSpc>
                <a:spcPct val="90000"/>
              </a:lnSpc>
              <a:spcBef>
                <a:spcPct val="0"/>
              </a:spcBef>
              <a:spcAft>
                <a:spcPts val="600"/>
              </a:spcAft>
              <a:buClrTx/>
              <a:buSzTx/>
              <a:tabLst/>
            </a:pPr>
            <a:r>
              <a:rPr kumimoji="0" lang="en-US" altLang="en-US" sz="2000" b="1" i="0" u="none" strike="noStrike" cap="none" normalizeH="0" baseline="0" dirty="0">
                <a:ln>
                  <a:noFill/>
                </a:ln>
                <a:effectLst/>
              </a:rPr>
              <a:t>Small comparison:</a:t>
            </a:r>
            <a:endParaRPr kumimoji="0" lang="en-US" altLang="en-US" sz="2000" b="0" i="0" u="none" strike="noStrike" cap="none" normalizeH="0" baseline="0" dirty="0">
              <a:ln>
                <a:noFill/>
              </a:ln>
              <a:effectLst/>
            </a:endParaRPr>
          </a:p>
        </p:txBody>
      </p:sp>
    </p:spTree>
    <p:extLst>
      <p:ext uri="{BB962C8B-B14F-4D97-AF65-F5344CB8AC3E}">
        <p14:creationId xmlns:p14="http://schemas.microsoft.com/office/powerpoint/2010/main" val="2729872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0310C1-108C-1A12-A612-5553A30B754E}"/>
              </a:ext>
            </a:extLst>
          </p:cNvPr>
          <p:cNvSpPr>
            <a:spLocks noGrp="1"/>
          </p:cNvSpPr>
          <p:nvPr>
            <p:ph type="title"/>
          </p:nvPr>
        </p:nvSpPr>
        <p:spPr>
          <a:xfrm>
            <a:off x="793662" y="386930"/>
            <a:ext cx="10066122" cy="1298448"/>
          </a:xfrm>
        </p:spPr>
        <p:txBody>
          <a:bodyPr anchor="b">
            <a:normAutofit/>
          </a:bodyPr>
          <a:lstStyle/>
          <a:p>
            <a:r>
              <a:rPr lang="en-GB" sz="4800" dirty="0"/>
              <a:t>Versioning practice</a:t>
            </a:r>
          </a:p>
        </p:txBody>
      </p:sp>
      <p:sp>
        <p:nvSpPr>
          <p:cNvPr id="14" name="Rectangle 1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10;&#10;AI-generated content may be incorrect.">
            <a:extLst>
              <a:ext uri="{FF2B5EF4-FFF2-40B4-BE49-F238E27FC236}">
                <a16:creationId xmlns:a16="http://schemas.microsoft.com/office/drawing/2014/main" id="{CE4C41A4-C974-C563-883D-39942DDA91B2}"/>
              </a:ext>
            </a:extLst>
          </p:cNvPr>
          <p:cNvPicPr>
            <a:picLocks noChangeAspect="1"/>
          </p:cNvPicPr>
          <p:nvPr/>
        </p:nvPicPr>
        <p:blipFill>
          <a:blip r:embed="rId2"/>
          <a:stretch>
            <a:fillRect/>
          </a:stretch>
        </p:blipFill>
        <p:spPr>
          <a:xfrm>
            <a:off x="5911532" y="3227630"/>
            <a:ext cx="5150277" cy="2227494"/>
          </a:xfrm>
          <a:prstGeom prst="rect">
            <a:avLst/>
          </a:prstGeom>
        </p:spPr>
      </p:pic>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64DFBD5-880D-8BCB-1ABB-9E05CC031F1C}"/>
              </a:ext>
            </a:extLst>
          </p:cNvPr>
          <p:cNvSpPr>
            <a:spLocks noGrp="1"/>
          </p:cNvSpPr>
          <p:nvPr>
            <p:ph idx="1"/>
          </p:nvPr>
        </p:nvSpPr>
        <p:spPr>
          <a:xfrm>
            <a:off x="793661" y="2599509"/>
            <a:ext cx="5590514" cy="3639450"/>
          </a:xfrm>
        </p:spPr>
        <p:txBody>
          <a:bodyPr anchor="ctr">
            <a:normAutofit/>
          </a:bodyPr>
          <a:lstStyle/>
          <a:p>
            <a:r>
              <a:rPr lang="en-SG" sz="2400" dirty="0"/>
              <a:t>If you make several edits and want to revert them, can you do it easily?</a:t>
            </a:r>
          </a:p>
          <a:p>
            <a:r>
              <a:rPr lang="en-SG" sz="2400" dirty="0"/>
              <a:t>The answer is both yes and no. GitHub keeps all versions, but the main branch does not have a one-click undo.</a:t>
            </a:r>
          </a:p>
          <a:p>
            <a:r>
              <a:rPr lang="en-SG" sz="2400" dirty="0"/>
              <a:t>The good news is that Google Colab gives you a simple way to return to an earlier version.</a:t>
            </a:r>
          </a:p>
        </p:txBody>
      </p:sp>
    </p:spTree>
    <p:extLst>
      <p:ext uri="{BB962C8B-B14F-4D97-AF65-F5344CB8AC3E}">
        <p14:creationId xmlns:p14="http://schemas.microsoft.com/office/powerpoint/2010/main" val="3492539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2DDC39-8F98-6ED7-FD98-83ADB343C17E}"/>
              </a:ext>
            </a:extLst>
          </p:cNvPr>
          <p:cNvSpPr>
            <a:spLocks noGrp="1"/>
          </p:cNvSpPr>
          <p:nvPr>
            <p:ph type="title"/>
          </p:nvPr>
        </p:nvSpPr>
        <p:spPr>
          <a:xfrm>
            <a:off x="589560" y="856180"/>
            <a:ext cx="5279408" cy="1128068"/>
          </a:xfrm>
        </p:spPr>
        <p:txBody>
          <a:bodyPr anchor="ctr">
            <a:normAutofit/>
          </a:bodyPr>
          <a:lstStyle/>
          <a:p>
            <a:r>
              <a:rPr lang="en-GB" sz="4000" dirty="0"/>
              <a:t>Versioning practice</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D6B0C2F-4FD2-3D0A-30C5-B824219C716F}"/>
              </a:ext>
            </a:extLst>
          </p:cNvPr>
          <p:cNvSpPr>
            <a:spLocks noGrp="1"/>
          </p:cNvSpPr>
          <p:nvPr>
            <p:ph idx="1"/>
          </p:nvPr>
        </p:nvSpPr>
        <p:spPr>
          <a:xfrm>
            <a:off x="590719" y="2330505"/>
            <a:ext cx="5278066" cy="3979585"/>
          </a:xfrm>
        </p:spPr>
        <p:txBody>
          <a:bodyPr anchor="ctr">
            <a:normAutofit/>
          </a:bodyPr>
          <a:lstStyle/>
          <a:p>
            <a:r>
              <a:rPr lang="en-GB" sz="2400" dirty="0"/>
              <a:t>Click “Open in Colab”</a:t>
            </a:r>
          </a:p>
          <a:p>
            <a:r>
              <a:rPr lang="en-GB" sz="2400" dirty="0"/>
              <a:t>Go to “File” and “Revision history”</a:t>
            </a:r>
          </a:p>
          <a:p>
            <a:r>
              <a:rPr lang="en-GB" sz="2400" dirty="0"/>
              <a:t>Using the difference viewer in Google Colab can be confusing</a:t>
            </a:r>
          </a:p>
          <a:p>
            <a:r>
              <a:rPr lang="en-GB" sz="2400" dirty="0"/>
              <a:t>Click on earlier versions and at ellipsis “Open in Colab”</a:t>
            </a:r>
          </a:p>
          <a:p>
            <a:pPr marL="0" indent="0">
              <a:buNone/>
            </a:pPr>
            <a:r>
              <a:rPr lang="en-GB" sz="2400" dirty="0"/>
              <a:t>  </a:t>
            </a:r>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E79849C-31DF-642C-8BC5-C5F9B55DED69}"/>
              </a:ext>
            </a:extLst>
          </p:cNvPr>
          <p:cNvPicPr>
            <a:picLocks noChangeAspect="1"/>
          </p:cNvPicPr>
          <p:nvPr/>
        </p:nvPicPr>
        <p:blipFill>
          <a:blip r:embed="rId2"/>
          <a:stretch>
            <a:fillRect/>
          </a:stretch>
        </p:blipFill>
        <p:spPr>
          <a:xfrm>
            <a:off x="8223999" y="570812"/>
            <a:ext cx="2096864" cy="2518756"/>
          </a:xfrm>
          <a:prstGeom prst="rect">
            <a:avLst/>
          </a:prstGeom>
        </p:spPr>
      </p:pic>
      <p:pic>
        <p:nvPicPr>
          <p:cNvPr id="7" name="Picture 6">
            <a:extLst>
              <a:ext uri="{FF2B5EF4-FFF2-40B4-BE49-F238E27FC236}">
                <a16:creationId xmlns:a16="http://schemas.microsoft.com/office/drawing/2014/main" id="{E68E69D3-CE53-F5B4-1A38-76E887C8899C}"/>
              </a:ext>
            </a:extLst>
          </p:cNvPr>
          <p:cNvPicPr>
            <a:picLocks noChangeAspect="1"/>
          </p:cNvPicPr>
          <p:nvPr/>
        </p:nvPicPr>
        <p:blipFill>
          <a:blip r:embed="rId3"/>
          <a:stretch>
            <a:fillRect/>
          </a:stretch>
        </p:blipFill>
        <p:spPr>
          <a:xfrm>
            <a:off x="7073714" y="3950964"/>
            <a:ext cx="4397433" cy="1879902"/>
          </a:xfrm>
          <a:prstGeom prst="rect">
            <a:avLst/>
          </a:prstGeom>
        </p:spPr>
      </p:pic>
    </p:spTree>
    <p:extLst>
      <p:ext uri="{BB962C8B-B14F-4D97-AF65-F5344CB8AC3E}">
        <p14:creationId xmlns:p14="http://schemas.microsoft.com/office/powerpoint/2010/main" val="2952741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7" name="Rectangle 16">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01FDB2-BA6F-7707-A705-C08F1F71B71C}"/>
              </a:ext>
            </a:extLst>
          </p:cNvPr>
          <p:cNvSpPr>
            <a:spLocks noGrp="1"/>
          </p:cNvSpPr>
          <p:nvPr>
            <p:ph type="title"/>
          </p:nvPr>
        </p:nvSpPr>
        <p:spPr>
          <a:xfrm>
            <a:off x="1057025" y="922644"/>
            <a:ext cx="5040285" cy="1169585"/>
          </a:xfrm>
        </p:spPr>
        <p:txBody>
          <a:bodyPr anchor="b">
            <a:normAutofit/>
          </a:bodyPr>
          <a:lstStyle/>
          <a:p>
            <a:r>
              <a:rPr lang="en-GB" sz="4000" dirty="0"/>
              <a:t>Versioning practice</a:t>
            </a:r>
          </a:p>
        </p:txBody>
      </p:sp>
      <p:sp>
        <p:nvSpPr>
          <p:cNvPr id="22" name="Rectangle 21">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9ACDA12-8BA4-9325-41AF-076805F690A7}"/>
              </a:ext>
            </a:extLst>
          </p:cNvPr>
          <p:cNvSpPr>
            <a:spLocks noGrp="1"/>
          </p:cNvSpPr>
          <p:nvPr>
            <p:ph idx="1"/>
          </p:nvPr>
        </p:nvSpPr>
        <p:spPr>
          <a:xfrm>
            <a:off x="1055715" y="2508105"/>
            <a:ext cx="5040285" cy="3632493"/>
          </a:xfrm>
        </p:spPr>
        <p:txBody>
          <a:bodyPr anchor="ctr">
            <a:normAutofit/>
          </a:bodyPr>
          <a:lstStyle/>
          <a:p>
            <a:r>
              <a:rPr lang="en-GB" sz="2800" dirty="0"/>
              <a:t>Find the correct version you wish to revert to</a:t>
            </a:r>
          </a:p>
          <a:p>
            <a:r>
              <a:rPr lang="en-GB" sz="2800" dirty="0"/>
              <a:t>Now “File” “Save”</a:t>
            </a:r>
          </a:p>
          <a:p>
            <a:r>
              <a:rPr lang="en-GB" sz="2800" dirty="0"/>
              <a:t>Commit with the same name if you wish to overwrite</a:t>
            </a:r>
          </a:p>
          <a:p>
            <a:endParaRPr lang="en-GB" sz="2800" dirty="0"/>
          </a:p>
        </p:txBody>
      </p:sp>
      <p:pic>
        <p:nvPicPr>
          <p:cNvPr id="7" name="Picture 6">
            <a:extLst>
              <a:ext uri="{FF2B5EF4-FFF2-40B4-BE49-F238E27FC236}">
                <a16:creationId xmlns:a16="http://schemas.microsoft.com/office/drawing/2014/main" id="{1A21F7BC-971B-8D1D-634B-E0161687520C}"/>
              </a:ext>
            </a:extLst>
          </p:cNvPr>
          <p:cNvPicPr>
            <a:picLocks noChangeAspect="1"/>
          </p:cNvPicPr>
          <p:nvPr/>
        </p:nvPicPr>
        <p:blipFill>
          <a:blip r:embed="rId2"/>
          <a:stretch>
            <a:fillRect/>
          </a:stretch>
        </p:blipFill>
        <p:spPr>
          <a:xfrm>
            <a:off x="7948737" y="774285"/>
            <a:ext cx="2384979" cy="2581173"/>
          </a:xfrm>
          <a:prstGeom prst="rect">
            <a:avLst/>
          </a:prstGeom>
        </p:spPr>
      </p:pic>
      <p:pic>
        <p:nvPicPr>
          <p:cNvPr id="9" name="Picture 8">
            <a:extLst>
              <a:ext uri="{FF2B5EF4-FFF2-40B4-BE49-F238E27FC236}">
                <a16:creationId xmlns:a16="http://schemas.microsoft.com/office/drawing/2014/main" id="{A8E0E33E-7D20-A449-1995-9476CE66EDD7}"/>
              </a:ext>
            </a:extLst>
          </p:cNvPr>
          <p:cNvPicPr>
            <a:picLocks noChangeAspect="1"/>
          </p:cNvPicPr>
          <p:nvPr/>
        </p:nvPicPr>
        <p:blipFill>
          <a:blip r:embed="rId3"/>
          <a:stretch>
            <a:fillRect/>
          </a:stretch>
        </p:blipFill>
        <p:spPr>
          <a:xfrm>
            <a:off x="7034147" y="3575074"/>
            <a:ext cx="4214159" cy="2581173"/>
          </a:xfrm>
          <a:prstGeom prst="rect">
            <a:avLst/>
          </a:prstGeom>
        </p:spPr>
      </p:pic>
    </p:spTree>
    <p:extLst>
      <p:ext uri="{BB962C8B-B14F-4D97-AF65-F5344CB8AC3E}">
        <p14:creationId xmlns:p14="http://schemas.microsoft.com/office/powerpoint/2010/main" val="3388628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181259-FCC3-2DE5-A86F-612DC5EC8761}"/>
              </a:ext>
            </a:extLst>
          </p:cNvPr>
          <p:cNvSpPr>
            <a:spLocks noGrp="1"/>
          </p:cNvSpPr>
          <p:nvPr>
            <p:ph type="title"/>
          </p:nvPr>
        </p:nvSpPr>
        <p:spPr>
          <a:xfrm>
            <a:off x="589560" y="856180"/>
            <a:ext cx="4560584" cy="1128068"/>
          </a:xfrm>
        </p:spPr>
        <p:txBody>
          <a:bodyPr anchor="ctr">
            <a:normAutofit/>
          </a:bodyPr>
          <a:lstStyle/>
          <a:p>
            <a:pPr>
              <a:lnSpc>
                <a:spcPct val="90000"/>
              </a:lnSpc>
            </a:pPr>
            <a:r>
              <a:rPr lang="en-GB" sz="3700" dirty="0"/>
              <a:t>Blast from the past: APREP recap</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406EC6-25FF-3830-F5ED-077F8C3E9F7C}"/>
              </a:ext>
            </a:extLst>
          </p:cNvPr>
          <p:cNvSpPr>
            <a:spLocks noGrp="1"/>
          </p:cNvSpPr>
          <p:nvPr>
            <p:ph idx="1"/>
          </p:nvPr>
        </p:nvSpPr>
        <p:spPr>
          <a:xfrm>
            <a:off x="590719" y="2330505"/>
            <a:ext cx="4559425" cy="3979585"/>
          </a:xfrm>
        </p:spPr>
        <p:txBody>
          <a:bodyPr anchor="ctr">
            <a:normAutofit/>
          </a:bodyPr>
          <a:lstStyle/>
          <a:p>
            <a:r>
              <a:rPr lang="en-GB" sz="2400" dirty="0"/>
              <a:t>Ensure your OPENAI_API_KEY is still present in Google Colab. If not, consult your tutor for assistance on this matter</a:t>
            </a:r>
          </a:p>
          <a:p>
            <a:r>
              <a:rPr lang="en-GB" sz="2400" dirty="0"/>
              <a:t>Perform some data prep with codes from APREP</a:t>
            </a:r>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C76625C-644E-CC5F-AABA-D15683D34E21}"/>
              </a:ext>
            </a:extLst>
          </p:cNvPr>
          <p:cNvPicPr>
            <a:picLocks noChangeAspect="1"/>
          </p:cNvPicPr>
          <p:nvPr/>
        </p:nvPicPr>
        <p:blipFill>
          <a:blip r:embed="rId2"/>
          <a:srcRect r="16181" b="-3"/>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947226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CC1E61-E06D-D89F-C9B6-2F7BFEDFC8DC}"/>
              </a:ext>
            </a:extLst>
          </p:cNvPr>
          <p:cNvSpPr>
            <a:spLocks noGrp="1"/>
          </p:cNvSpPr>
          <p:nvPr>
            <p:ph type="title"/>
          </p:nvPr>
        </p:nvSpPr>
        <p:spPr>
          <a:xfrm>
            <a:off x="838200" y="2070441"/>
            <a:ext cx="3143250" cy="4044609"/>
          </a:xfrm>
        </p:spPr>
        <p:txBody>
          <a:bodyPr anchor="t">
            <a:normAutofit/>
          </a:bodyPr>
          <a:lstStyle/>
          <a:p>
            <a:r>
              <a:rPr lang="en-GB" sz="4000" dirty="0"/>
              <a:t>APREP:</a:t>
            </a:r>
            <a:br>
              <a:rPr lang="en-GB" sz="4000" dirty="0"/>
            </a:br>
            <a:r>
              <a:rPr lang="en-GB" sz="4000" dirty="0"/>
              <a:t>Modify the code provided to fit current dataset</a:t>
            </a:r>
          </a:p>
        </p:txBody>
      </p:sp>
      <p:pic>
        <p:nvPicPr>
          <p:cNvPr id="7" name="Graphic 6" descr="Key">
            <a:extLst>
              <a:ext uri="{FF2B5EF4-FFF2-40B4-BE49-F238E27FC236}">
                <a16:creationId xmlns:a16="http://schemas.microsoft.com/office/drawing/2014/main" id="{9798BF1A-7E29-F447-1EC6-BB41054C378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81200" y="1156041"/>
            <a:ext cx="914400" cy="914400"/>
          </a:xfrm>
          <a:prstGeom prst="rect">
            <a:avLst/>
          </a:prstGeom>
        </p:spPr>
      </p:pic>
      <p:sp>
        <p:nvSpPr>
          <p:cNvPr id="3" name="Content Placeholder 2">
            <a:extLst>
              <a:ext uri="{FF2B5EF4-FFF2-40B4-BE49-F238E27FC236}">
                <a16:creationId xmlns:a16="http://schemas.microsoft.com/office/drawing/2014/main" id="{FFA1CC2F-1D59-99EB-3E1D-B90851882631}"/>
              </a:ext>
            </a:extLst>
          </p:cNvPr>
          <p:cNvSpPr>
            <a:spLocks noGrp="1"/>
          </p:cNvSpPr>
          <p:nvPr>
            <p:ph idx="1"/>
          </p:nvPr>
        </p:nvSpPr>
        <p:spPr>
          <a:xfrm>
            <a:off x="4200652" y="370491"/>
            <a:ext cx="3749249" cy="5744560"/>
          </a:xfrm>
        </p:spPr>
        <p:style>
          <a:lnRef idx="2">
            <a:schemeClr val="accent1"/>
          </a:lnRef>
          <a:fillRef idx="1">
            <a:schemeClr val="lt1"/>
          </a:fillRef>
          <a:effectRef idx="0">
            <a:schemeClr val="accent1"/>
          </a:effectRef>
          <a:fontRef idx="minor">
            <a:schemeClr val="dk1"/>
          </a:fontRef>
        </p:style>
        <p:txBody>
          <a:bodyPr anchor="ctr">
            <a:normAutofit lnSpcReduction="10000"/>
          </a:bodyPr>
          <a:lstStyle/>
          <a:p>
            <a:pPr marL="0" indent="0">
              <a:lnSpc>
                <a:spcPct val="90000"/>
              </a:lnSpc>
              <a:buNone/>
            </a:pPr>
            <a:r>
              <a:rPr lang="en-SG" sz="1300" dirty="0"/>
              <a:t>from </a:t>
            </a:r>
            <a:r>
              <a:rPr lang="en-SG" sz="1300" dirty="0" err="1"/>
              <a:t>google.colab</a:t>
            </a:r>
            <a:r>
              <a:rPr lang="en-SG" sz="1300" dirty="0"/>
              <a:t> import </a:t>
            </a:r>
            <a:r>
              <a:rPr lang="en-SG" sz="1300" dirty="0" err="1"/>
              <a:t>userdata</a:t>
            </a:r>
            <a:endParaRPr lang="en-SG" sz="1300" dirty="0"/>
          </a:p>
          <a:p>
            <a:pPr marL="0" indent="0">
              <a:lnSpc>
                <a:spcPct val="90000"/>
              </a:lnSpc>
              <a:buNone/>
            </a:pPr>
            <a:r>
              <a:rPr lang="en-SG" sz="1300" dirty="0"/>
              <a:t>from </a:t>
            </a:r>
            <a:r>
              <a:rPr lang="en-SG" sz="1300" dirty="0" err="1"/>
              <a:t>openai</a:t>
            </a:r>
            <a:r>
              <a:rPr lang="en-SG" sz="1300" dirty="0"/>
              <a:t> import OpenAI</a:t>
            </a:r>
          </a:p>
          <a:p>
            <a:pPr marL="0" indent="0">
              <a:lnSpc>
                <a:spcPct val="90000"/>
              </a:lnSpc>
              <a:buNone/>
            </a:pPr>
            <a:br>
              <a:rPr lang="en-SG" sz="1300" dirty="0"/>
            </a:br>
            <a:endParaRPr lang="en-SG" sz="1300" dirty="0"/>
          </a:p>
          <a:p>
            <a:pPr marL="0" indent="0">
              <a:lnSpc>
                <a:spcPct val="90000"/>
              </a:lnSpc>
              <a:buNone/>
            </a:pPr>
            <a:r>
              <a:rPr lang="en-SG" sz="1300" dirty="0"/>
              <a:t># Load key from Google Colab Secrets</a:t>
            </a:r>
          </a:p>
          <a:p>
            <a:pPr marL="0" indent="0">
              <a:lnSpc>
                <a:spcPct val="90000"/>
              </a:lnSpc>
              <a:buNone/>
            </a:pPr>
            <a:r>
              <a:rPr lang="en-SG" sz="1300" dirty="0" err="1"/>
              <a:t>api_key</a:t>
            </a:r>
            <a:r>
              <a:rPr lang="en-SG" sz="1300" dirty="0"/>
              <a:t> = </a:t>
            </a:r>
            <a:r>
              <a:rPr lang="en-SG" sz="1300" dirty="0" err="1"/>
              <a:t>userdata.get</a:t>
            </a:r>
            <a:r>
              <a:rPr lang="en-SG" sz="1300" dirty="0"/>
              <a:t>('OPENAI_API_KEY')</a:t>
            </a:r>
          </a:p>
          <a:p>
            <a:pPr marL="0" indent="0">
              <a:lnSpc>
                <a:spcPct val="90000"/>
              </a:lnSpc>
              <a:buNone/>
            </a:pPr>
            <a:br>
              <a:rPr lang="en-SG" sz="1300" dirty="0"/>
            </a:br>
            <a:endParaRPr lang="en-SG" sz="1300" dirty="0"/>
          </a:p>
          <a:p>
            <a:pPr marL="0" indent="0">
              <a:lnSpc>
                <a:spcPct val="90000"/>
              </a:lnSpc>
              <a:buNone/>
            </a:pPr>
            <a:r>
              <a:rPr lang="en-SG" sz="1300" dirty="0"/>
              <a:t>client = OpenAI(</a:t>
            </a:r>
          </a:p>
          <a:p>
            <a:pPr marL="0" indent="0">
              <a:lnSpc>
                <a:spcPct val="90000"/>
              </a:lnSpc>
              <a:buNone/>
            </a:pPr>
            <a:r>
              <a:rPr lang="en-SG" sz="1300" dirty="0"/>
              <a:t>    # This is the default and can be omitted</a:t>
            </a:r>
          </a:p>
          <a:p>
            <a:pPr marL="0" indent="0">
              <a:lnSpc>
                <a:spcPct val="90000"/>
              </a:lnSpc>
              <a:buNone/>
            </a:pPr>
            <a:r>
              <a:rPr lang="en-SG" sz="1300" dirty="0"/>
              <a:t>    </a:t>
            </a:r>
            <a:r>
              <a:rPr lang="en-SG" sz="1300" dirty="0" err="1"/>
              <a:t>api_key</a:t>
            </a:r>
            <a:r>
              <a:rPr lang="en-SG" sz="1300" dirty="0"/>
              <a:t>=</a:t>
            </a:r>
            <a:r>
              <a:rPr lang="en-SG" sz="1300" dirty="0" err="1"/>
              <a:t>api_key</a:t>
            </a:r>
            <a:r>
              <a:rPr lang="en-SG" sz="1300" dirty="0"/>
              <a:t>,</a:t>
            </a:r>
          </a:p>
          <a:p>
            <a:pPr marL="0" indent="0">
              <a:lnSpc>
                <a:spcPct val="90000"/>
              </a:lnSpc>
              <a:buNone/>
            </a:pPr>
            <a:r>
              <a:rPr lang="en-SG" sz="1300" dirty="0"/>
              <a:t>)</a:t>
            </a:r>
          </a:p>
          <a:p>
            <a:pPr marL="0" indent="0">
              <a:lnSpc>
                <a:spcPct val="90000"/>
              </a:lnSpc>
              <a:buNone/>
            </a:pPr>
            <a:endParaRPr lang="en-SG" sz="1300" dirty="0"/>
          </a:p>
          <a:p>
            <a:pPr marL="0" indent="0">
              <a:lnSpc>
                <a:spcPct val="90000"/>
              </a:lnSpc>
              <a:buNone/>
            </a:pPr>
            <a:r>
              <a:rPr lang="en-SG" sz="1300" dirty="0"/>
              <a:t># Convert the first few rows to a string to send to OpenAI</a:t>
            </a:r>
          </a:p>
          <a:p>
            <a:pPr marL="0" indent="0">
              <a:lnSpc>
                <a:spcPct val="90000"/>
              </a:lnSpc>
              <a:buNone/>
            </a:pPr>
            <a:r>
              <a:rPr lang="en-SG" sz="1300" dirty="0" err="1"/>
              <a:t>data_preview</a:t>
            </a:r>
            <a:r>
              <a:rPr lang="en-SG" sz="1300" dirty="0"/>
              <a:t> = </a:t>
            </a:r>
            <a:r>
              <a:rPr lang="en-SG" sz="1300" dirty="0" err="1"/>
              <a:t>df.head</a:t>
            </a:r>
            <a:r>
              <a:rPr lang="en-SG" sz="1300" dirty="0"/>
              <a:t>(10).</a:t>
            </a:r>
            <a:r>
              <a:rPr lang="en-SG" sz="1300" dirty="0" err="1"/>
              <a:t>to_csv</a:t>
            </a:r>
            <a:r>
              <a:rPr lang="en-SG" sz="1300" dirty="0"/>
              <a:t>(index=False)</a:t>
            </a:r>
          </a:p>
          <a:p>
            <a:pPr marL="0" indent="0">
              <a:lnSpc>
                <a:spcPct val="90000"/>
              </a:lnSpc>
              <a:buNone/>
            </a:pPr>
            <a:r>
              <a:rPr lang="en-SG" sz="1300" dirty="0"/>
              <a:t>print(</a:t>
            </a:r>
            <a:r>
              <a:rPr lang="en-SG" sz="1300" dirty="0" err="1"/>
              <a:t>data_preview</a:t>
            </a:r>
            <a:r>
              <a:rPr lang="en-SG" sz="1300" dirty="0"/>
              <a:t>)</a:t>
            </a:r>
          </a:p>
          <a:p>
            <a:pPr marL="0" indent="0">
              <a:lnSpc>
                <a:spcPct val="90000"/>
              </a:lnSpc>
              <a:buNone/>
            </a:pPr>
            <a:endParaRPr lang="en-SG" sz="1300" dirty="0"/>
          </a:p>
          <a:p>
            <a:pPr marL="0" indent="0">
              <a:lnSpc>
                <a:spcPct val="90000"/>
              </a:lnSpc>
              <a:buNone/>
            </a:pPr>
            <a:r>
              <a:rPr lang="en-SG" sz="1300" dirty="0"/>
              <a:t>response = </a:t>
            </a:r>
            <a:r>
              <a:rPr lang="en-SG" sz="1300" dirty="0" err="1"/>
              <a:t>client.responses.create</a:t>
            </a:r>
            <a:r>
              <a:rPr lang="en-SG" sz="1300" dirty="0"/>
              <a:t>(</a:t>
            </a:r>
          </a:p>
          <a:p>
            <a:pPr marL="0" indent="0">
              <a:lnSpc>
                <a:spcPct val="90000"/>
              </a:lnSpc>
              <a:buNone/>
            </a:pPr>
            <a:r>
              <a:rPr lang="en-SG" sz="1300" dirty="0"/>
              <a:t>    model="gpt-4o-mini",</a:t>
            </a:r>
          </a:p>
          <a:p>
            <a:pPr marL="0" indent="0">
              <a:lnSpc>
                <a:spcPct val="90000"/>
              </a:lnSpc>
              <a:buNone/>
            </a:pPr>
            <a:r>
              <a:rPr lang="en-SG" sz="1300" dirty="0"/>
              <a:t>    instructions="You are an expert data scientist with extensive knowledge of predictive analysis and linear regression.",</a:t>
            </a:r>
          </a:p>
          <a:p>
            <a:pPr marL="0" indent="0">
              <a:lnSpc>
                <a:spcPct val="90000"/>
              </a:lnSpc>
              <a:buNone/>
            </a:pPr>
            <a:r>
              <a:rPr lang="en-SG" sz="1300" dirty="0"/>
              <a:t>    input=</a:t>
            </a:r>
            <a:r>
              <a:rPr lang="en-SG" sz="1300" dirty="0" err="1"/>
              <a:t>f"Dataset</a:t>
            </a:r>
            <a:r>
              <a:rPr lang="en-SG" sz="1300" dirty="0"/>
              <a:t>: Iris flower classification (150 samples, 4 features, 3 classes)\</a:t>
            </a:r>
            <a:r>
              <a:rPr lang="en-SG" sz="1300" dirty="0" err="1"/>
              <a:t>nHere</a:t>
            </a:r>
            <a:r>
              <a:rPr lang="en-SG" sz="1300" dirty="0"/>
              <a:t> are the first 10 rows of the dataset:\n{</a:t>
            </a:r>
            <a:r>
              <a:rPr lang="en-SG" sz="1300" dirty="0" err="1"/>
              <a:t>data_preview</a:t>
            </a:r>
            <a:r>
              <a:rPr lang="en-SG" sz="1300" dirty="0"/>
              <a:t>}]",</a:t>
            </a:r>
          </a:p>
          <a:p>
            <a:pPr marL="0" indent="0">
              <a:lnSpc>
                <a:spcPct val="90000"/>
              </a:lnSpc>
              <a:buNone/>
            </a:pPr>
            <a:r>
              <a:rPr lang="en-SG" sz="1300" dirty="0"/>
              <a:t>)</a:t>
            </a:r>
          </a:p>
          <a:p>
            <a:pPr marL="0" indent="0">
              <a:lnSpc>
                <a:spcPct val="90000"/>
              </a:lnSpc>
              <a:buNone/>
            </a:pPr>
            <a:r>
              <a:rPr lang="en-SG" sz="1300" dirty="0"/>
              <a:t>print(</a:t>
            </a:r>
            <a:r>
              <a:rPr lang="en-SG" sz="1300" dirty="0" err="1"/>
              <a:t>response.output_text</a:t>
            </a:r>
            <a:r>
              <a:rPr lang="en-SG" sz="1300" dirty="0"/>
              <a:t>)</a:t>
            </a:r>
          </a:p>
          <a:p>
            <a:pPr marL="0" indent="0">
              <a:lnSpc>
                <a:spcPct val="90000"/>
              </a:lnSpc>
              <a:buNone/>
            </a:pPr>
            <a:endParaRPr lang="en-SG" sz="1300" dirty="0"/>
          </a:p>
          <a:p>
            <a:pPr marL="0" indent="0">
              <a:lnSpc>
                <a:spcPct val="90000"/>
              </a:lnSpc>
              <a:buNone/>
            </a:pPr>
            <a:endParaRPr lang="en-GB" sz="1300" dirty="0"/>
          </a:p>
        </p:txBody>
      </p:sp>
      <p:sp>
        <p:nvSpPr>
          <p:cNvPr id="4" name="Content Placeholder 2">
            <a:extLst>
              <a:ext uri="{FF2B5EF4-FFF2-40B4-BE49-F238E27FC236}">
                <a16:creationId xmlns:a16="http://schemas.microsoft.com/office/drawing/2014/main" id="{D6796742-ABD9-0D3B-1E69-CB1F997B5B29}"/>
              </a:ext>
            </a:extLst>
          </p:cNvPr>
          <p:cNvSpPr txBox="1">
            <a:spLocks/>
          </p:cNvSpPr>
          <p:nvPr/>
        </p:nvSpPr>
        <p:spPr>
          <a:xfrm>
            <a:off x="8169103" y="1613241"/>
            <a:ext cx="3749249" cy="354527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lnSpc>
                <a:spcPct val="90000"/>
              </a:lnSpc>
              <a:buFont typeface="+mj-lt"/>
              <a:buAutoNum type="arabicPeriod"/>
            </a:pPr>
            <a:r>
              <a:rPr lang="en-SG" sz="2400" dirty="0"/>
              <a:t>What parts of the code from APREP are specific to the dataset?</a:t>
            </a:r>
          </a:p>
          <a:p>
            <a:pPr marL="457200" indent="-457200">
              <a:lnSpc>
                <a:spcPct val="90000"/>
              </a:lnSpc>
              <a:buFont typeface="+mj-lt"/>
              <a:buAutoNum type="arabicPeriod"/>
            </a:pPr>
            <a:r>
              <a:rPr lang="en-SG" sz="2400" dirty="0"/>
              <a:t>What parts needs to be modified to adapt to the new dataset?</a:t>
            </a:r>
          </a:p>
          <a:p>
            <a:pPr marL="457200" indent="-457200">
              <a:lnSpc>
                <a:spcPct val="90000"/>
              </a:lnSpc>
              <a:buFont typeface="+mj-lt"/>
              <a:buAutoNum type="arabicPeriod"/>
            </a:pPr>
            <a:r>
              <a:rPr lang="en-SG" sz="2400" dirty="0"/>
              <a:t>Is there a way to make it generic and adaptable to any new dataset?</a:t>
            </a:r>
            <a:endParaRPr lang="en-GB" sz="2400" dirty="0"/>
          </a:p>
        </p:txBody>
      </p:sp>
      <p:sp>
        <p:nvSpPr>
          <p:cNvPr id="5" name="Rectangle 4">
            <a:extLst>
              <a:ext uri="{FF2B5EF4-FFF2-40B4-BE49-F238E27FC236}">
                <a16:creationId xmlns:a16="http://schemas.microsoft.com/office/drawing/2014/main" id="{34FAC352-030B-7176-58FF-B98752BB7A75}"/>
              </a:ext>
            </a:extLst>
          </p:cNvPr>
          <p:cNvSpPr/>
          <p:nvPr/>
        </p:nvSpPr>
        <p:spPr>
          <a:xfrm rot="701446">
            <a:off x="6708339" y="561452"/>
            <a:ext cx="5595239" cy="523220"/>
          </a:xfrm>
          <a:prstGeom prst="rect">
            <a:avLst/>
          </a:prstGeom>
          <a:noFill/>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GB" sz="2800" b="1" cap="none" spc="0" dirty="0">
                <a:ln/>
                <a:solidFill>
                  <a:schemeClr val="accent4"/>
                </a:solidFill>
                <a:effectLst/>
              </a:rPr>
              <a:t>Code extracted from APREP lab</a:t>
            </a:r>
          </a:p>
        </p:txBody>
      </p:sp>
      <p:cxnSp>
        <p:nvCxnSpPr>
          <p:cNvPr id="9" name="Straight Arrow Connector 8">
            <a:extLst>
              <a:ext uri="{FF2B5EF4-FFF2-40B4-BE49-F238E27FC236}">
                <a16:creationId xmlns:a16="http://schemas.microsoft.com/office/drawing/2014/main" id="{B9807A26-368A-36B0-ABC5-1764D21A8EBC}"/>
              </a:ext>
            </a:extLst>
          </p:cNvPr>
          <p:cNvCxnSpPr>
            <a:cxnSpLocks/>
            <a:stCxn id="5" idx="2"/>
          </p:cNvCxnSpPr>
          <p:nvPr/>
        </p:nvCxnSpPr>
        <p:spPr>
          <a:xfrm flipH="1">
            <a:off x="8169103" y="1079245"/>
            <a:ext cx="1283846" cy="229293"/>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9460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233DE0-A99F-440B-9E3C-4589F4E17074}"/>
              </a:ext>
            </a:extLst>
          </p:cNvPr>
          <p:cNvSpPr>
            <a:spLocks noGrp="1"/>
          </p:cNvSpPr>
          <p:nvPr>
            <p:ph type="title"/>
          </p:nvPr>
        </p:nvSpPr>
        <p:spPr>
          <a:xfrm>
            <a:off x="808638" y="386930"/>
            <a:ext cx="9236700" cy="1188950"/>
          </a:xfrm>
        </p:spPr>
        <p:txBody>
          <a:bodyPr anchor="b">
            <a:normAutofit/>
          </a:bodyPr>
          <a:lstStyle/>
          <a:p>
            <a:r>
              <a:rPr lang="en-GB" sz="5400"/>
              <a:t>Additional Exercise</a:t>
            </a:r>
          </a:p>
        </p:txBody>
      </p:sp>
      <p:grpSp>
        <p:nvGrpSpPr>
          <p:cNvPr id="35" name="Group 34">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6" name="Rectangle 35">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3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052030E-E076-715F-C21C-FE20127DCC48}"/>
              </a:ext>
            </a:extLst>
          </p:cNvPr>
          <p:cNvSpPr>
            <a:spLocks noGrp="1"/>
          </p:cNvSpPr>
          <p:nvPr>
            <p:ph idx="1"/>
          </p:nvPr>
        </p:nvSpPr>
        <p:spPr>
          <a:xfrm>
            <a:off x="793660" y="2286000"/>
            <a:ext cx="10143668" cy="4064923"/>
          </a:xfrm>
        </p:spPr>
        <p:txBody>
          <a:bodyPr anchor="ctr" anchorCtr="0">
            <a:normAutofit fontScale="85000" lnSpcReduction="10000"/>
          </a:bodyPr>
          <a:lstStyle/>
          <a:p>
            <a:pPr marL="0" indent="0">
              <a:lnSpc>
                <a:spcPct val="90000"/>
              </a:lnSpc>
              <a:buNone/>
            </a:pPr>
            <a:r>
              <a:rPr lang="en-US" sz="2400" b="1" dirty="0"/>
              <a:t>Building towards a text payload for an OpenAI API</a:t>
            </a:r>
          </a:p>
          <a:p>
            <a:pPr marL="0" indent="0">
              <a:lnSpc>
                <a:spcPct val="90000"/>
              </a:lnSpc>
              <a:buNone/>
            </a:pPr>
            <a:r>
              <a:rPr lang="en-US" sz="2400" b="1" dirty="0"/>
              <a:t>1. Describe the dataset structure in text</a:t>
            </a:r>
            <a:br>
              <a:rPr lang="en-US" sz="2400" dirty="0"/>
            </a:br>
            <a:r>
              <a:rPr lang="en-US" sz="2400" dirty="0"/>
              <a:t>Without using any </a:t>
            </a:r>
            <a:r>
              <a:rPr lang="en-US" sz="2400" dirty="0" err="1"/>
              <a:t>visualisation</a:t>
            </a:r>
            <a:r>
              <a:rPr lang="en-US" sz="2400" dirty="0"/>
              <a:t>, </a:t>
            </a:r>
            <a:r>
              <a:rPr lang="en-US" sz="2400" dirty="0" err="1"/>
              <a:t>summarise</a:t>
            </a:r>
            <a:r>
              <a:rPr lang="en-US" sz="2400" dirty="0"/>
              <a:t> the dataset in </a:t>
            </a:r>
            <a:r>
              <a:rPr lang="en-US" sz="2400" b="1" dirty="0"/>
              <a:t>plain text</a:t>
            </a:r>
            <a:r>
              <a:rPr lang="en-US" sz="2400" dirty="0"/>
              <a:t> so an external AI can understand its scale and layout.</a:t>
            </a:r>
            <a:br>
              <a:rPr lang="en-US" sz="2400" dirty="0"/>
            </a:br>
            <a:r>
              <a:rPr lang="en-US" sz="2400" dirty="0"/>
              <a:t>Include key descriptors such as dataset size, column types, missing values, and anything unusual. You should draw from the checks you attempted in the previous session’s </a:t>
            </a:r>
            <a:r>
              <a:rPr lang="en-US" sz="2400" b="1" dirty="0"/>
              <a:t>“Additional Exercise: With Windsurf”</a:t>
            </a:r>
            <a:r>
              <a:rPr lang="en-US" sz="2400" dirty="0"/>
              <a:t>. If you have not completed that exercise, attempt it now before continuing.</a:t>
            </a:r>
          </a:p>
          <a:p>
            <a:pPr marL="0" indent="0">
              <a:lnSpc>
                <a:spcPct val="90000"/>
              </a:lnSpc>
              <a:buNone/>
            </a:pPr>
            <a:r>
              <a:rPr lang="en-US" sz="2400" b="1" dirty="0"/>
              <a:t>2. Decide what context the AI should know first</a:t>
            </a:r>
            <a:br>
              <a:rPr lang="en-US" sz="2400" dirty="0"/>
            </a:br>
            <a:r>
              <a:rPr lang="en-US" sz="2400" dirty="0"/>
              <a:t>Think about what an AI model needs to know </a:t>
            </a:r>
            <a:r>
              <a:rPr lang="en-US" sz="2400" b="1" dirty="0"/>
              <a:t>before</a:t>
            </a:r>
            <a:r>
              <a:rPr lang="en-US" sz="2400" dirty="0"/>
              <a:t> giving advice.</a:t>
            </a:r>
            <a:br>
              <a:rPr lang="en-US" sz="2400" dirty="0"/>
            </a:br>
            <a:r>
              <a:rPr lang="en-US" sz="2400" dirty="0"/>
              <a:t>This may include what one row represents, what the target is, whether the data is clean, and any known constraints or assumptions.</a:t>
            </a:r>
          </a:p>
          <a:p>
            <a:pPr marL="0" indent="0">
              <a:lnSpc>
                <a:spcPct val="90000"/>
              </a:lnSpc>
              <a:buNone/>
            </a:pPr>
            <a:r>
              <a:rPr lang="en-US" sz="2400" b="1" dirty="0"/>
              <a:t>3. Combine everything into a single API payload</a:t>
            </a:r>
            <a:br>
              <a:rPr lang="en-US" sz="2400" dirty="0"/>
            </a:br>
            <a:r>
              <a:rPr lang="en-US" sz="2400" dirty="0"/>
              <a:t>Using the </a:t>
            </a:r>
            <a:r>
              <a:rPr lang="en-US" sz="2400" b="1" dirty="0"/>
              <a:t>OpenAI API code shown in the previous slide</a:t>
            </a:r>
            <a:r>
              <a:rPr lang="en-US" sz="2400" dirty="0"/>
              <a:t>, combine your dataset description and context into </a:t>
            </a:r>
            <a:r>
              <a:rPr lang="en-US" sz="2400" b="1" dirty="0"/>
              <a:t>one clear text payload</a:t>
            </a:r>
            <a:r>
              <a:rPr lang="en-US" sz="2400" dirty="0"/>
              <a:t>.</a:t>
            </a:r>
            <a:br>
              <a:rPr lang="en-US" sz="2400" dirty="0"/>
            </a:br>
            <a:r>
              <a:rPr lang="en-US" sz="2400" dirty="0"/>
              <a:t>Write it as if it will be sent directly to an AI model, with no extra explanation or screenshots.</a:t>
            </a:r>
          </a:p>
        </p:txBody>
      </p:sp>
      <p:sp>
        <p:nvSpPr>
          <p:cNvPr id="11" name="TextBox 10">
            <a:extLst>
              <a:ext uri="{FF2B5EF4-FFF2-40B4-BE49-F238E27FC236}">
                <a16:creationId xmlns:a16="http://schemas.microsoft.com/office/drawing/2014/main" id="{24A8A6D9-3165-8ED3-35AE-4EC4413A4EB9}"/>
              </a:ext>
            </a:extLst>
          </p:cNvPr>
          <p:cNvSpPr txBox="1"/>
          <p:nvPr/>
        </p:nvSpPr>
        <p:spPr>
          <a:xfrm>
            <a:off x="4686300" y="1607621"/>
            <a:ext cx="7345680" cy="369332"/>
          </a:xfrm>
          <a:prstGeom prst="rect">
            <a:avLst/>
          </a:prstGeom>
          <a:noFill/>
        </p:spPr>
        <p:txBody>
          <a:bodyPr wrap="square" rtlCol="0">
            <a:spAutoFit/>
          </a:bodyPr>
          <a:lstStyle/>
          <a:p>
            <a:r>
              <a:rPr lang="en-GB" dirty="0"/>
              <a:t>Dun worry if you are unable to do it, solution is available in the next session.</a:t>
            </a:r>
          </a:p>
        </p:txBody>
      </p:sp>
    </p:spTree>
    <p:extLst>
      <p:ext uri="{BB962C8B-B14F-4D97-AF65-F5344CB8AC3E}">
        <p14:creationId xmlns:p14="http://schemas.microsoft.com/office/powerpoint/2010/main" val="20140168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1853</TotalTime>
  <Words>1578</Words>
  <Application>Microsoft Office PowerPoint</Application>
  <PresentationFormat>Widescreen</PresentationFormat>
  <Paragraphs>154</Paragraphs>
  <Slides>19</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AI Coding Spectrum &amp; Development Tools</vt:lpstr>
      <vt:lpstr>The 6 Levels of AI Coding Assistance</vt:lpstr>
      <vt:lpstr>Level 0 – Static Tools</vt:lpstr>
      <vt:lpstr>Level 1 – Token-Level Assistance</vt:lpstr>
      <vt:lpstr>Level 2 – Block-Level Code Generation</vt:lpstr>
      <vt:lpstr>Level 3 – Supervised Automation</vt:lpstr>
      <vt:lpstr>Level 4 – Agentic Coding Support</vt:lpstr>
      <vt:lpstr>Level 5 – Autonomous Coding</vt:lpstr>
      <vt:lpstr>Tool Mapping Overview</vt:lpstr>
      <vt:lpstr>Benefits of AI Coding Tools</vt:lpstr>
      <vt:lpstr>Risks of AI Coding Tools</vt:lpstr>
      <vt:lpstr>Human in the loop and failsafe</vt:lpstr>
      <vt:lpstr>Why Versioning Matters for AI Work</vt:lpstr>
      <vt:lpstr>Versioning practice</vt:lpstr>
      <vt:lpstr>Versioning practice</vt:lpstr>
      <vt:lpstr>Versioning practice</vt:lpstr>
      <vt:lpstr>Blast from the past: APREP recap</vt:lpstr>
      <vt:lpstr>APREP: Modify the code provided to fit current dataset</vt:lpstr>
      <vt:lpstr>Additional Exercise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Rui Quan GOH (TP)</dc:creator>
  <cp:keywords/>
  <dc:description>generated using python-pptx</dc:description>
  <cp:lastModifiedBy>Rui Quan GOH (TP)</cp:lastModifiedBy>
  <cp:revision>3</cp:revision>
  <dcterms:created xsi:type="dcterms:W3CDTF">2013-01-27T09:14:16Z</dcterms:created>
  <dcterms:modified xsi:type="dcterms:W3CDTF">2025-12-25T13:24:40Z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528611d-fe69-484f-b56b-0db8a0d79612_Enabled">
    <vt:lpwstr>true</vt:lpwstr>
  </property>
  <property fmtid="{D5CDD505-2E9C-101B-9397-08002B2CF9AE}" pid="3" name="MSIP_Label_d528611d-fe69-484f-b56b-0db8a0d79612_SetDate">
    <vt:lpwstr>2025-12-08T12:53:51Z</vt:lpwstr>
  </property>
  <property fmtid="{D5CDD505-2E9C-101B-9397-08002B2CF9AE}" pid="4" name="MSIP_Label_d528611d-fe69-484f-b56b-0db8a0d79612_Method">
    <vt:lpwstr>Privileged</vt:lpwstr>
  </property>
  <property fmtid="{D5CDD505-2E9C-101B-9397-08002B2CF9AE}" pid="5" name="MSIP_Label_d528611d-fe69-484f-b56b-0db8a0d79612_Name">
    <vt:lpwstr>Public</vt:lpwstr>
  </property>
  <property fmtid="{D5CDD505-2E9C-101B-9397-08002B2CF9AE}" pid="6" name="MSIP_Label_d528611d-fe69-484f-b56b-0db8a0d79612_SiteId">
    <vt:lpwstr>25a99bf0-8e72-472a-ae50-adfbdf0df6f1</vt:lpwstr>
  </property>
  <property fmtid="{D5CDD505-2E9C-101B-9397-08002B2CF9AE}" pid="7" name="MSIP_Label_d528611d-fe69-484f-b56b-0db8a0d79612_ActionId">
    <vt:lpwstr>9817e213-cdd6-474c-9d19-329e1631fbb5</vt:lpwstr>
  </property>
  <property fmtid="{D5CDD505-2E9C-101B-9397-08002B2CF9AE}" pid="8" name="MSIP_Label_d528611d-fe69-484f-b56b-0db8a0d79612_ContentBits">
    <vt:lpwstr>0</vt:lpwstr>
  </property>
  <property fmtid="{D5CDD505-2E9C-101B-9397-08002B2CF9AE}" pid="9" name="MSIP_Label_d528611d-fe69-484f-b56b-0db8a0d79612_Tag">
    <vt:lpwstr>10, 0, 1, 1</vt:lpwstr>
  </property>
</Properties>
</file>