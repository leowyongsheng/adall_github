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2" r:id="rId5"/>
    <p:sldId id="261" r:id="rId6"/>
    <p:sldId id="259" r:id="rId7"/>
    <p:sldId id="262" r:id="rId8"/>
    <p:sldId id="263" r:id="rId9"/>
    <p:sldId id="283" r:id="rId10"/>
    <p:sldId id="284" r:id="rId11"/>
    <p:sldId id="285" r:id="rId12"/>
    <p:sldId id="286" r:id="rId13"/>
    <p:sldId id="287" r:id="rId14"/>
    <p:sldId id="288" r:id="rId15"/>
    <p:sldId id="290" r:id="rId16"/>
    <p:sldId id="29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CB05A1-ABE7-4A87-86D4-9C6D17094158}" v="5" dt="2025-12-20T09:16:59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36" autoAdjust="0"/>
  </p:normalViewPr>
  <p:slideViewPr>
    <p:cSldViewPr snapToGrid="0" snapToObjects="1">
      <p:cViewPr varScale="1">
        <p:scale>
          <a:sx n="71" d="100"/>
          <a:sy n="71" d="100"/>
        </p:scale>
        <p:origin x="67" y="113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 Quan GOH (TP)" userId="d615e6a5-b511-4b6b-9fd4-3df853a65fde" providerId="ADAL" clId="{DBCB05A1-ABE7-4A87-86D4-9C6D17094158}"/>
    <pc:docChg chg="undo custSel addSld delSld modSld sldOrd">
      <pc:chgData name="Rui Quan GOH (TP)" userId="d615e6a5-b511-4b6b-9fd4-3df853a65fde" providerId="ADAL" clId="{DBCB05A1-ABE7-4A87-86D4-9C6D17094158}" dt="2025-12-20T09:22:46.777" v="169" actId="14100"/>
      <pc:docMkLst>
        <pc:docMk/>
      </pc:docMkLst>
      <pc:sldChg chg="modSp mod">
        <pc:chgData name="Rui Quan GOH (TP)" userId="d615e6a5-b511-4b6b-9fd4-3df853a65fde" providerId="ADAL" clId="{DBCB05A1-ABE7-4A87-86D4-9C6D17094158}" dt="2025-12-20T09:22:46.777" v="169" actId="14100"/>
        <pc:sldMkLst>
          <pc:docMk/>
          <pc:sldMk cId="3609200685" sldId="287"/>
        </pc:sldMkLst>
        <pc:spChg chg="mod">
          <ac:chgData name="Rui Quan GOH (TP)" userId="d615e6a5-b511-4b6b-9fd4-3df853a65fde" providerId="ADAL" clId="{DBCB05A1-ABE7-4A87-86D4-9C6D17094158}" dt="2025-12-20T09:22:46.777" v="169" actId="14100"/>
          <ac:spMkLst>
            <pc:docMk/>
            <pc:sldMk cId="3609200685" sldId="287"/>
            <ac:spMk id="2" creationId="{D4F7CB93-71BD-7256-48EB-EAAEFD5F9694}"/>
          </ac:spMkLst>
        </pc:spChg>
        <pc:spChg chg="mod">
          <ac:chgData name="Rui Quan GOH (TP)" userId="d615e6a5-b511-4b6b-9fd4-3df853a65fde" providerId="ADAL" clId="{DBCB05A1-ABE7-4A87-86D4-9C6D17094158}" dt="2025-12-20T09:10:31.949" v="32" actId="20577"/>
          <ac:spMkLst>
            <pc:docMk/>
            <pc:sldMk cId="3609200685" sldId="287"/>
            <ac:spMk id="3" creationId="{9C04B151-19A2-67A8-534D-AB7813E090AA}"/>
          </ac:spMkLst>
        </pc:spChg>
      </pc:sldChg>
      <pc:sldChg chg="modSp mod">
        <pc:chgData name="Rui Quan GOH (TP)" userId="d615e6a5-b511-4b6b-9fd4-3df853a65fde" providerId="ADAL" clId="{DBCB05A1-ABE7-4A87-86D4-9C6D17094158}" dt="2025-12-20T09:22:09.074" v="168" actId="403"/>
        <pc:sldMkLst>
          <pc:docMk/>
          <pc:sldMk cId="921833187" sldId="288"/>
        </pc:sldMkLst>
        <pc:spChg chg="mod">
          <ac:chgData name="Rui Quan GOH (TP)" userId="d615e6a5-b511-4b6b-9fd4-3df853a65fde" providerId="ADAL" clId="{DBCB05A1-ABE7-4A87-86D4-9C6D17094158}" dt="2025-12-20T09:22:09.074" v="168" actId="403"/>
          <ac:spMkLst>
            <pc:docMk/>
            <pc:sldMk cId="921833187" sldId="288"/>
            <ac:spMk id="3" creationId="{B3206024-2769-EE35-D329-E6DCBE71C602}"/>
          </ac:spMkLst>
        </pc:spChg>
      </pc:sldChg>
      <pc:sldChg chg="addSp modSp add del mod">
        <pc:chgData name="Rui Quan GOH (TP)" userId="d615e6a5-b511-4b6b-9fd4-3df853a65fde" providerId="ADAL" clId="{DBCB05A1-ABE7-4A87-86D4-9C6D17094158}" dt="2025-12-20T09:18:05.218" v="130" actId="47"/>
        <pc:sldMkLst>
          <pc:docMk/>
          <pc:sldMk cId="1036984321" sldId="289"/>
        </pc:sldMkLst>
        <pc:spChg chg="mod">
          <ac:chgData name="Rui Quan GOH (TP)" userId="d615e6a5-b511-4b6b-9fd4-3df853a65fde" providerId="ADAL" clId="{DBCB05A1-ABE7-4A87-86D4-9C6D17094158}" dt="2025-12-20T09:15:51.513" v="82" actId="27636"/>
          <ac:spMkLst>
            <pc:docMk/>
            <pc:sldMk cId="1036984321" sldId="289"/>
            <ac:spMk id="3" creationId="{1412CF07-1400-4202-B82D-83780B424D34}"/>
          </ac:spMkLst>
        </pc:spChg>
        <pc:spChg chg="add">
          <ac:chgData name="Rui Quan GOH (TP)" userId="d615e6a5-b511-4b6b-9fd4-3df853a65fde" providerId="ADAL" clId="{DBCB05A1-ABE7-4A87-86D4-9C6D17094158}" dt="2025-12-20T09:13:33.788" v="34"/>
          <ac:spMkLst>
            <pc:docMk/>
            <pc:sldMk cId="1036984321" sldId="289"/>
            <ac:spMk id="4" creationId="{2EC9B262-FCE4-25AA-5C33-7E53775B00A2}"/>
          </ac:spMkLst>
        </pc:spChg>
      </pc:sldChg>
      <pc:sldChg chg="addSp modSp new mod ord setBg">
        <pc:chgData name="Rui Quan GOH (TP)" userId="d615e6a5-b511-4b6b-9fd4-3df853a65fde" providerId="ADAL" clId="{DBCB05A1-ABE7-4A87-86D4-9C6D17094158}" dt="2025-12-20T09:21:09.383" v="162" actId="27636"/>
        <pc:sldMkLst>
          <pc:docMk/>
          <pc:sldMk cId="4291442847" sldId="290"/>
        </pc:sldMkLst>
        <pc:spChg chg="mod">
          <ac:chgData name="Rui Quan GOH (TP)" userId="d615e6a5-b511-4b6b-9fd4-3df853a65fde" providerId="ADAL" clId="{DBCB05A1-ABE7-4A87-86D4-9C6D17094158}" dt="2025-12-20T09:19:13.209" v="149" actId="20577"/>
          <ac:spMkLst>
            <pc:docMk/>
            <pc:sldMk cId="4291442847" sldId="290"/>
            <ac:spMk id="2" creationId="{EA7F3B03-D9B0-ECD1-FCBC-527E822F81FA}"/>
          </ac:spMkLst>
        </pc:spChg>
        <pc:spChg chg="mod">
          <ac:chgData name="Rui Quan GOH (TP)" userId="d615e6a5-b511-4b6b-9fd4-3df853a65fde" providerId="ADAL" clId="{DBCB05A1-ABE7-4A87-86D4-9C6D17094158}" dt="2025-12-20T09:21:09.383" v="162" actId="27636"/>
          <ac:spMkLst>
            <pc:docMk/>
            <pc:sldMk cId="4291442847" sldId="290"/>
            <ac:spMk id="3" creationId="{9572DBD1-8D65-B6EC-56F0-979E418D2162}"/>
          </ac:spMkLst>
        </pc:spChg>
        <pc:spChg chg="add">
          <ac:chgData name="Rui Quan GOH (TP)" userId="d615e6a5-b511-4b6b-9fd4-3df853a65fde" providerId="ADAL" clId="{DBCB05A1-ABE7-4A87-86D4-9C6D17094158}" dt="2025-12-20T09:16:22.075" v="84" actId="26606"/>
          <ac:spMkLst>
            <pc:docMk/>
            <pc:sldMk cId="4291442847" sldId="290"/>
            <ac:spMk id="8" creationId="{081EA652-8C6A-4E69-BEB9-170809474553}"/>
          </ac:spMkLst>
        </pc:spChg>
        <pc:spChg chg="add">
          <ac:chgData name="Rui Quan GOH (TP)" userId="d615e6a5-b511-4b6b-9fd4-3df853a65fde" providerId="ADAL" clId="{DBCB05A1-ABE7-4A87-86D4-9C6D17094158}" dt="2025-12-20T09:16:22.075" v="84" actId="26606"/>
          <ac:spMkLst>
            <pc:docMk/>
            <pc:sldMk cId="4291442847" sldId="290"/>
            <ac:spMk id="10" creationId="{5298780A-33B9-4EA2-8F67-DE68AD62841B}"/>
          </ac:spMkLst>
        </pc:spChg>
        <pc:spChg chg="add">
          <ac:chgData name="Rui Quan GOH (TP)" userId="d615e6a5-b511-4b6b-9fd4-3df853a65fde" providerId="ADAL" clId="{DBCB05A1-ABE7-4A87-86D4-9C6D17094158}" dt="2025-12-20T09:16:22.075" v="84" actId="26606"/>
          <ac:spMkLst>
            <pc:docMk/>
            <pc:sldMk cId="4291442847" sldId="290"/>
            <ac:spMk id="12" creationId="{7F488E8B-4E1E-4402-8935-D4E6C02615C7}"/>
          </ac:spMkLst>
        </pc:spChg>
      </pc:sldChg>
      <pc:sldChg chg="modSp add mod">
        <pc:chgData name="Rui Quan GOH (TP)" userId="d615e6a5-b511-4b6b-9fd4-3df853a65fde" providerId="ADAL" clId="{DBCB05A1-ABE7-4A87-86D4-9C6D17094158}" dt="2025-12-20T09:21:59.429" v="167" actId="20577"/>
        <pc:sldMkLst>
          <pc:docMk/>
          <pc:sldMk cId="162935512" sldId="291"/>
        </pc:sldMkLst>
        <pc:spChg chg="mod">
          <ac:chgData name="Rui Quan GOH (TP)" userId="d615e6a5-b511-4b6b-9fd4-3df853a65fde" providerId="ADAL" clId="{DBCB05A1-ABE7-4A87-86D4-9C6D17094158}" dt="2025-12-20T09:21:59.429" v="167" actId="20577"/>
          <ac:spMkLst>
            <pc:docMk/>
            <pc:sldMk cId="162935512" sldId="291"/>
            <ac:spMk id="3" creationId="{F6DC6FB2-F909-38EA-D240-D474C64D71D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EA1E1C-A3BB-475B-B18E-DE820A72ECC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4CAC84-E465-409C-B323-8D7715527E71}">
      <dgm:prSet/>
      <dgm:spPr/>
      <dgm:t>
        <a:bodyPr/>
        <a:lstStyle/>
        <a:p>
          <a:r>
            <a:rPr lang="en-US"/>
            <a:t>Cloud environment</a:t>
          </a:r>
        </a:p>
      </dgm:t>
    </dgm:pt>
    <dgm:pt modelId="{CEA5215A-5411-493F-8826-84AB34849AC2}" type="parTrans" cxnId="{0735785A-A53F-4E8C-B960-886F95B3EC14}">
      <dgm:prSet/>
      <dgm:spPr/>
      <dgm:t>
        <a:bodyPr/>
        <a:lstStyle/>
        <a:p>
          <a:endParaRPr lang="en-US"/>
        </a:p>
      </dgm:t>
    </dgm:pt>
    <dgm:pt modelId="{73FD7150-66CE-4362-A26B-5717681F7389}" type="sibTrans" cxnId="{0735785A-A53F-4E8C-B960-886F95B3EC14}">
      <dgm:prSet/>
      <dgm:spPr/>
      <dgm:t>
        <a:bodyPr/>
        <a:lstStyle/>
        <a:p>
          <a:endParaRPr lang="en-US"/>
        </a:p>
      </dgm:t>
    </dgm:pt>
    <dgm:pt modelId="{9477FB5B-9B30-4584-AF66-195547DDD76C}">
      <dgm:prSet/>
      <dgm:spPr/>
      <dgm:t>
        <a:bodyPr/>
        <a:lstStyle/>
        <a:p>
          <a:r>
            <a:rPr lang="en-US"/>
            <a:t>Free GPU/TPU</a:t>
          </a:r>
        </a:p>
      </dgm:t>
    </dgm:pt>
    <dgm:pt modelId="{107CFF94-B66D-41D4-9B70-838933A89E6E}" type="parTrans" cxnId="{AF862E53-6FBA-4BA3-9A02-58D424A78039}">
      <dgm:prSet/>
      <dgm:spPr/>
      <dgm:t>
        <a:bodyPr/>
        <a:lstStyle/>
        <a:p>
          <a:endParaRPr lang="en-US"/>
        </a:p>
      </dgm:t>
    </dgm:pt>
    <dgm:pt modelId="{0C18B30E-F6E5-473E-BD6F-4905BB335C0E}" type="sibTrans" cxnId="{AF862E53-6FBA-4BA3-9A02-58D424A78039}">
      <dgm:prSet/>
      <dgm:spPr/>
      <dgm:t>
        <a:bodyPr/>
        <a:lstStyle/>
        <a:p>
          <a:endParaRPr lang="en-US"/>
        </a:p>
      </dgm:t>
    </dgm:pt>
    <dgm:pt modelId="{661286FD-657A-4C45-A64E-F0A311F7CE64}">
      <dgm:prSet/>
      <dgm:spPr/>
      <dgm:t>
        <a:bodyPr/>
        <a:lstStyle/>
        <a:p>
          <a:r>
            <a:rPr lang="en-US"/>
            <a:t>Version history</a:t>
          </a:r>
        </a:p>
      </dgm:t>
    </dgm:pt>
    <dgm:pt modelId="{1AE01080-7BDE-416A-8B32-81C4DD5AB19D}" type="parTrans" cxnId="{BE28E3B3-AF70-4A5A-A92F-0AEC23839527}">
      <dgm:prSet/>
      <dgm:spPr/>
      <dgm:t>
        <a:bodyPr/>
        <a:lstStyle/>
        <a:p>
          <a:endParaRPr lang="en-US"/>
        </a:p>
      </dgm:t>
    </dgm:pt>
    <dgm:pt modelId="{08EE08E2-1711-418A-B77E-0EB452711960}" type="sibTrans" cxnId="{BE28E3B3-AF70-4A5A-A92F-0AEC23839527}">
      <dgm:prSet/>
      <dgm:spPr/>
      <dgm:t>
        <a:bodyPr/>
        <a:lstStyle/>
        <a:p>
          <a:endParaRPr lang="en-US"/>
        </a:p>
      </dgm:t>
    </dgm:pt>
    <dgm:pt modelId="{C427467A-61BE-4A1D-885B-E027F2FEE3DA}">
      <dgm:prSet/>
      <dgm:spPr/>
      <dgm:t>
        <a:bodyPr/>
        <a:lstStyle/>
        <a:p>
          <a:r>
            <a:rPr lang="en-US"/>
            <a:t>Collaboration</a:t>
          </a:r>
        </a:p>
      </dgm:t>
    </dgm:pt>
    <dgm:pt modelId="{551627A2-2C02-4C01-BFEB-90351303B2EA}" type="parTrans" cxnId="{75461885-12FA-4D1E-83A2-83863F6FB41A}">
      <dgm:prSet/>
      <dgm:spPr/>
      <dgm:t>
        <a:bodyPr/>
        <a:lstStyle/>
        <a:p>
          <a:endParaRPr lang="en-US"/>
        </a:p>
      </dgm:t>
    </dgm:pt>
    <dgm:pt modelId="{780CA588-0945-4783-8485-DEBBA40ECA49}" type="sibTrans" cxnId="{75461885-12FA-4D1E-83A2-83863F6FB41A}">
      <dgm:prSet/>
      <dgm:spPr/>
      <dgm:t>
        <a:bodyPr/>
        <a:lstStyle/>
        <a:p>
          <a:endParaRPr lang="en-US"/>
        </a:p>
      </dgm:t>
    </dgm:pt>
    <dgm:pt modelId="{6CF59040-33FF-47CC-8017-1FC697C5E502}" type="pres">
      <dgm:prSet presAssocID="{71EA1E1C-A3BB-475B-B18E-DE820A72ECC4}" presName="root" presStyleCnt="0">
        <dgm:presLayoutVars>
          <dgm:dir/>
          <dgm:resizeHandles val="exact"/>
        </dgm:presLayoutVars>
      </dgm:prSet>
      <dgm:spPr/>
    </dgm:pt>
    <dgm:pt modelId="{FE9D291F-ABF5-4815-ACD2-397AA478BC9B}" type="pres">
      <dgm:prSet presAssocID="{71EA1E1C-A3BB-475B-B18E-DE820A72ECC4}" presName="container" presStyleCnt="0">
        <dgm:presLayoutVars>
          <dgm:dir/>
          <dgm:resizeHandles val="exact"/>
        </dgm:presLayoutVars>
      </dgm:prSet>
      <dgm:spPr/>
    </dgm:pt>
    <dgm:pt modelId="{EBFE9CCB-CA15-49B6-B549-33F96C006AC8}" type="pres">
      <dgm:prSet presAssocID="{F14CAC84-E465-409C-B323-8D7715527E71}" presName="compNode" presStyleCnt="0"/>
      <dgm:spPr/>
    </dgm:pt>
    <dgm:pt modelId="{74376621-842B-4B5A-93F5-624786BD54FC}" type="pres">
      <dgm:prSet presAssocID="{F14CAC84-E465-409C-B323-8D7715527E71}" presName="iconBgRect" presStyleLbl="bgShp" presStyleIdx="0" presStyleCnt="4"/>
      <dgm:spPr/>
    </dgm:pt>
    <dgm:pt modelId="{82BAF3E2-FE7C-4F96-ADC7-2CD0101442C9}" type="pres">
      <dgm:prSet presAssocID="{F14CAC84-E465-409C-B323-8D7715527E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60AD612-0A10-4A2E-BD89-C75B800DE96A}" type="pres">
      <dgm:prSet presAssocID="{F14CAC84-E465-409C-B323-8D7715527E71}" presName="spaceRect" presStyleCnt="0"/>
      <dgm:spPr/>
    </dgm:pt>
    <dgm:pt modelId="{1110F303-AEF0-4E26-9D21-433432C32592}" type="pres">
      <dgm:prSet presAssocID="{F14CAC84-E465-409C-B323-8D7715527E71}" presName="textRect" presStyleLbl="revTx" presStyleIdx="0" presStyleCnt="4">
        <dgm:presLayoutVars>
          <dgm:chMax val="1"/>
          <dgm:chPref val="1"/>
        </dgm:presLayoutVars>
      </dgm:prSet>
      <dgm:spPr/>
    </dgm:pt>
    <dgm:pt modelId="{ED91397E-D040-4D67-ACA3-5685B94F4BC4}" type="pres">
      <dgm:prSet presAssocID="{73FD7150-66CE-4362-A26B-5717681F7389}" presName="sibTrans" presStyleLbl="sibTrans2D1" presStyleIdx="0" presStyleCnt="0"/>
      <dgm:spPr/>
    </dgm:pt>
    <dgm:pt modelId="{087D8E86-5869-43A9-B37A-FCD1EAFEE280}" type="pres">
      <dgm:prSet presAssocID="{9477FB5B-9B30-4584-AF66-195547DDD76C}" presName="compNode" presStyleCnt="0"/>
      <dgm:spPr/>
    </dgm:pt>
    <dgm:pt modelId="{36A17CC0-206F-46EF-89D7-8A60840B67E3}" type="pres">
      <dgm:prSet presAssocID="{9477FB5B-9B30-4584-AF66-195547DDD76C}" presName="iconBgRect" presStyleLbl="bgShp" presStyleIdx="1" presStyleCnt="4"/>
      <dgm:spPr/>
    </dgm:pt>
    <dgm:pt modelId="{827C9E73-BC37-416A-BBD5-480161D28C23}" type="pres">
      <dgm:prSet presAssocID="{9477FB5B-9B30-4584-AF66-195547DDD76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0CC8059-ACE8-4BB5-8750-8E65D1A92C5D}" type="pres">
      <dgm:prSet presAssocID="{9477FB5B-9B30-4584-AF66-195547DDD76C}" presName="spaceRect" presStyleCnt="0"/>
      <dgm:spPr/>
    </dgm:pt>
    <dgm:pt modelId="{7A0D2B47-9713-4F3C-91C0-C5AD3E36224D}" type="pres">
      <dgm:prSet presAssocID="{9477FB5B-9B30-4584-AF66-195547DDD76C}" presName="textRect" presStyleLbl="revTx" presStyleIdx="1" presStyleCnt="4">
        <dgm:presLayoutVars>
          <dgm:chMax val="1"/>
          <dgm:chPref val="1"/>
        </dgm:presLayoutVars>
      </dgm:prSet>
      <dgm:spPr/>
    </dgm:pt>
    <dgm:pt modelId="{075E76AC-F5CA-4110-83D4-CCB0D8086F54}" type="pres">
      <dgm:prSet presAssocID="{0C18B30E-F6E5-473E-BD6F-4905BB335C0E}" presName="sibTrans" presStyleLbl="sibTrans2D1" presStyleIdx="0" presStyleCnt="0"/>
      <dgm:spPr/>
    </dgm:pt>
    <dgm:pt modelId="{5B384994-C918-4B30-898C-6C13E8E0E67B}" type="pres">
      <dgm:prSet presAssocID="{661286FD-657A-4C45-A64E-F0A311F7CE64}" presName="compNode" presStyleCnt="0"/>
      <dgm:spPr/>
    </dgm:pt>
    <dgm:pt modelId="{B230FC49-3B40-4E69-8B03-179B70108C1F}" type="pres">
      <dgm:prSet presAssocID="{661286FD-657A-4C45-A64E-F0A311F7CE64}" presName="iconBgRect" presStyleLbl="bgShp" presStyleIdx="2" presStyleCnt="4"/>
      <dgm:spPr/>
    </dgm:pt>
    <dgm:pt modelId="{C47C65E2-AFF5-4B67-A298-BF37CCEB7B5B}" type="pres">
      <dgm:prSet presAssocID="{661286FD-657A-4C45-A64E-F0A311F7CE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A182660-B1E4-4306-8076-943923A116F9}" type="pres">
      <dgm:prSet presAssocID="{661286FD-657A-4C45-A64E-F0A311F7CE64}" presName="spaceRect" presStyleCnt="0"/>
      <dgm:spPr/>
    </dgm:pt>
    <dgm:pt modelId="{2A53F5F9-A58D-4131-8F99-DCF62213D28F}" type="pres">
      <dgm:prSet presAssocID="{661286FD-657A-4C45-A64E-F0A311F7CE64}" presName="textRect" presStyleLbl="revTx" presStyleIdx="2" presStyleCnt="4">
        <dgm:presLayoutVars>
          <dgm:chMax val="1"/>
          <dgm:chPref val="1"/>
        </dgm:presLayoutVars>
      </dgm:prSet>
      <dgm:spPr/>
    </dgm:pt>
    <dgm:pt modelId="{9DE9C7F2-2EC6-462E-987B-888C0B704FBE}" type="pres">
      <dgm:prSet presAssocID="{08EE08E2-1711-418A-B77E-0EB452711960}" presName="sibTrans" presStyleLbl="sibTrans2D1" presStyleIdx="0" presStyleCnt="0"/>
      <dgm:spPr/>
    </dgm:pt>
    <dgm:pt modelId="{982847BF-9A62-476D-B7C1-9ACA1FDCF2DD}" type="pres">
      <dgm:prSet presAssocID="{C427467A-61BE-4A1D-885B-E027F2FEE3DA}" presName="compNode" presStyleCnt="0"/>
      <dgm:spPr/>
    </dgm:pt>
    <dgm:pt modelId="{FAB587FC-8036-4244-A0AD-347685A5ABE8}" type="pres">
      <dgm:prSet presAssocID="{C427467A-61BE-4A1D-885B-E027F2FEE3DA}" presName="iconBgRect" presStyleLbl="bgShp" presStyleIdx="3" presStyleCnt="4"/>
      <dgm:spPr/>
    </dgm:pt>
    <dgm:pt modelId="{FDA6CEF0-54E5-45C5-8467-9705DB8413C8}" type="pres">
      <dgm:prSet presAssocID="{C427467A-61BE-4A1D-885B-E027F2FEE3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38EC89B-B0E3-4709-895F-DC6E6A189C20}" type="pres">
      <dgm:prSet presAssocID="{C427467A-61BE-4A1D-885B-E027F2FEE3DA}" presName="spaceRect" presStyleCnt="0"/>
      <dgm:spPr/>
    </dgm:pt>
    <dgm:pt modelId="{7125797F-9115-4493-9D1A-8A16FD79A729}" type="pres">
      <dgm:prSet presAssocID="{C427467A-61BE-4A1D-885B-E027F2FEE3D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24AC2D-28C1-4B91-A5EC-13B489B6DC7B}" type="presOf" srcId="{08EE08E2-1711-418A-B77E-0EB452711960}" destId="{9DE9C7F2-2EC6-462E-987B-888C0B704FBE}" srcOrd="0" destOrd="0" presId="urn:microsoft.com/office/officeart/2018/2/layout/IconCircleList"/>
    <dgm:cxn modelId="{AF862E53-6FBA-4BA3-9A02-58D424A78039}" srcId="{71EA1E1C-A3BB-475B-B18E-DE820A72ECC4}" destId="{9477FB5B-9B30-4584-AF66-195547DDD76C}" srcOrd="1" destOrd="0" parTransId="{107CFF94-B66D-41D4-9B70-838933A89E6E}" sibTransId="{0C18B30E-F6E5-473E-BD6F-4905BB335C0E}"/>
    <dgm:cxn modelId="{8A44A277-FA7F-4146-A210-15D4113AC730}" type="presOf" srcId="{9477FB5B-9B30-4584-AF66-195547DDD76C}" destId="{7A0D2B47-9713-4F3C-91C0-C5AD3E36224D}" srcOrd="0" destOrd="0" presId="urn:microsoft.com/office/officeart/2018/2/layout/IconCircleList"/>
    <dgm:cxn modelId="{0735785A-A53F-4E8C-B960-886F95B3EC14}" srcId="{71EA1E1C-A3BB-475B-B18E-DE820A72ECC4}" destId="{F14CAC84-E465-409C-B323-8D7715527E71}" srcOrd="0" destOrd="0" parTransId="{CEA5215A-5411-493F-8826-84AB34849AC2}" sibTransId="{73FD7150-66CE-4362-A26B-5717681F7389}"/>
    <dgm:cxn modelId="{75461885-12FA-4D1E-83A2-83863F6FB41A}" srcId="{71EA1E1C-A3BB-475B-B18E-DE820A72ECC4}" destId="{C427467A-61BE-4A1D-885B-E027F2FEE3DA}" srcOrd="3" destOrd="0" parTransId="{551627A2-2C02-4C01-BFEB-90351303B2EA}" sibTransId="{780CA588-0945-4783-8485-DEBBA40ECA49}"/>
    <dgm:cxn modelId="{24CBF5A8-A904-4D19-8BCD-84E0E05FACB2}" type="presOf" srcId="{F14CAC84-E465-409C-B323-8D7715527E71}" destId="{1110F303-AEF0-4E26-9D21-433432C32592}" srcOrd="0" destOrd="0" presId="urn:microsoft.com/office/officeart/2018/2/layout/IconCircleList"/>
    <dgm:cxn modelId="{0FD45EB0-DFB8-4D8C-8324-B6E6D5F69956}" type="presOf" srcId="{73FD7150-66CE-4362-A26B-5717681F7389}" destId="{ED91397E-D040-4D67-ACA3-5685B94F4BC4}" srcOrd="0" destOrd="0" presId="urn:microsoft.com/office/officeart/2018/2/layout/IconCircleList"/>
    <dgm:cxn modelId="{5D9A41B2-A888-4D2E-99AC-CB61E73ECBED}" type="presOf" srcId="{661286FD-657A-4C45-A64E-F0A311F7CE64}" destId="{2A53F5F9-A58D-4131-8F99-DCF62213D28F}" srcOrd="0" destOrd="0" presId="urn:microsoft.com/office/officeart/2018/2/layout/IconCircleList"/>
    <dgm:cxn modelId="{BE28E3B3-AF70-4A5A-A92F-0AEC23839527}" srcId="{71EA1E1C-A3BB-475B-B18E-DE820A72ECC4}" destId="{661286FD-657A-4C45-A64E-F0A311F7CE64}" srcOrd="2" destOrd="0" parTransId="{1AE01080-7BDE-416A-8B32-81C4DD5AB19D}" sibTransId="{08EE08E2-1711-418A-B77E-0EB452711960}"/>
    <dgm:cxn modelId="{8A36A9C9-603C-4770-AE85-B3E3CF55ED76}" type="presOf" srcId="{0C18B30E-F6E5-473E-BD6F-4905BB335C0E}" destId="{075E76AC-F5CA-4110-83D4-CCB0D8086F54}" srcOrd="0" destOrd="0" presId="urn:microsoft.com/office/officeart/2018/2/layout/IconCircleList"/>
    <dgm:cxn modelId="{4F78FBCE-8087-4584-8B25-9554D5C099BF}" type="presOf" srcId="{71EA1E1C-A3BB-475B-B18E-DE820A72ECC4}" destId="{6CF59040-33FF-47CC-8017-1FC697C5E502}" srcOrd="0" destOrd="0" presId="urn:microsoft.com/office/officeart/2018/2/layout/IconCircleList"/>
    <dgm:cxn modelId="{C314D7E1-A00B-439F-A05D-0C56D8104E03}" type="presOf" srcId="{C427467A-61BE-4A1D-885B-E027F2FEE3DA}" destId="{7125797F-9115-4493-9D1A-8A16FD79A729}" srcOrd="0" destOrd="0" presId="urn:microsoft.com/office/officeart/2018/2/layout/IconCircleList"/>
    <dgm:cxn modelId="{08B0D0BE-6744-4003-A7FA-F2963F4CFC15}" type="presParOf" srcId="{6CF59040-33FF-47CC-8017-1FC697C5E502}" destId="{FE9D291F-ABF5-4815-ACD2-397AA478BC9B}" srcOrd="0" destOrd="0" presId="urn:microsoft.com/office/officeart/2018/2/layout/IconCircleList"/>
    <dgm:cxn modelId="{0B171A24-8181-4A2B-8AEB-135CCAC7B81A}" type="presParOf" srcId="{FE9D291F-ABF5-4815-ACD2-397AA478BC9B}" destId="{EBFE9CCB-CA15-49B6-B549-33F96C006AC8}" srcOrd="0" destOrd="0" presId="urn:microsoft.com/office/officeart/2018/2/layout/IconCircleList"/>
    <dgm:cxn modelId="{867BF40F-3246-45E5-94E5-08190508B06A}" type="presParOf" srcId="{EBFE9CCB-CA15-49B6-B549-33F96C006AC8}" destId="{74376621-842B-4B5A-93F5-624786BD54FC}" srcOrd="0" destOrd="0" presId="urn:microsoft.com/office/officeart/2018/2/layout/IconCircleList"/>
    <dgm:cxn modelId="{ABBBE487-4B0C-48DD-8B2A-D4A47AAA723D}" type="presParOf" srcId="{EBFE9CCB-CA15-49B6-B549-33F96C006AC8}" destId="{82BAF3E2-FE7C-4F96-ADC7-2CD0101442C9}" srcOrd="1" destOrd="0" presId="urn:microsoft.com/office/officeart/2018/2/layout/IconCircleList"/>
    <dgm:cxn modelId="{5E437511-8DE2-4DD4-A944-E86FF4758F7F}" type="presParOf" srcId="{EBFE9CCB-CA15-49B6-B549-33F96C006AC8}" destId="{460AD612-0A10-4A2E-BD89-C75B800DE96A}" srcOrd="2" destOrd="0" presId="urn:microsoft.com/office/officeart/2018/2/layout/IconCircleList"/>
    <dgm:cxn modelId="{56C0A2D9-1988-4113-8A60-30823474D253}" type="presParOf" srcId="{EBFE9CCB-CA15-49B6-B549-33F96C006AC8}" destId="{1110F303-AEF0-4E26-9D21-433432C32592}" srcOrd="3" destOrd="0" presId="urn:microsoft.com/office/officeart/2018/2/layout/IconCircleList"/>
    <dgm:cxn modelId="{0A584F74-A217-4E56-8403-CF2315502791}" type="presParOf" srcId="{FE9D291F-ABF5-4815-ACD2-397AA478BC9B}" destId="{ED91397E-D040-4D67-ACA3-5685B94F4BC4}" srcOrd="1" destOrd="0" presId="urn:microsoft.com/office/officeart/2018/2/layout/IconCircleList"/>
    <dgm:cxn modelId="{F353B3F7-6F60-4179-B2B0-AFC130FF899F}" type="presParOf" srcId="{FE9D291F-ABF5-4815-ACD2-397AA478BC9B}" destId="{087D8E86-5869-43A9-B37A-FCD1EAFEE280}" srcOrd="2" destOrd="0" presId="urn:microsoft.com/office/officeart/2018/2/layout/IconCircleList"/>
    <dgm:cxn modelId="{8669F0E1-B3AC-454E-AF70-2DE49C4BE8C4}" type="presParOf" srcId="{087D8E86-5869-43A9-B37A-FCD1EAFEE280}" destId="{36A17CC0-206F-46EF-89D7-8A60840B67E3}" srcOrd="0" destOrd="0" presId="urn:microsoft.com/office/officeart/2018/2/layout/IconCircleList"/>
    <dgm:cxn modelId="{76A87565-0934-4B36-B8EB-BC953A17CEC7}" type="presParOf" srcId="{087D8E86-5869-43A9-B37A-FCD1EAFEE280}" destId="{827C9E73-BC37-416A-BBD5-480161D28C23}" srcOrd="1" destOrd="0" presId="urn:microsoft.com/office/officeart/2018/2/layout/IconCircleList"/>
    <dgm:cxn modelId="{D261AA73-8DD7-41FA-9166-78EE617A097F}" type="presParOf" srcId="{087D8E86-5869-43A9-B37A-FCD1EAFEE280}" destId="{F0CC8059-ACE8-4BB5-8750-8E65D1A92C5D}" srcOrd="2" destOrd="0" presId="urn:microsoft.com/office/officeart/2018/2/layout/IconCircleList"/>
    <dgm:cxn modelId="{EC5806A8-A888-4AE1-BCF8-6A1E44C66EBB}" type="presParOf" srcId="{087D8E86-5869-43A9-B37A-FCD1EAFEE280}" destId="{7A0D2B47-9713-4F3C-91C0-C5AD3E36224D}" srcOrd="3" destOrd="0" presId="urn:microsoft.com/office/officeart/2018/2/layout/IconCircleList"/>
    <dgm:cxn modelId="{53FCA4EB-DFB6-4049-8044-2308E7B64F9F}" type="presParOf" srcId="{FE9D291F-ABF5-4815-ACD2-397AA478BC9B}" destId="{075E76AC-F5CA-4110-83D4-CCB0D8086F54}" srcOrd="3" destOrd="0" presId="urn:microsoft.com/office/officeart/2018/2/layout/IconCircleList"/>
    <dgm:cxn modelId="{4828C019-9F55-4946-A3D4-B4CC8AF7391B}" type="presParOf" srcId="{FE9D291F-ABF5-4815-ACD2-397AA478BC9B}" destId="{5B384994-C918-4B30-898C-6C13E8E0E67B}" srcOrd="4" destOrd="0" presId="urn:microsoft.com/office/officeart/2018/2/layout/IconCircleList"/>
    <dgm:cxn modelId="{70229D3E-7845-4361-A418-9D0891AF907D}" type="presParOf" srcId="{5B384994-C918-4B30-898C-6C13E8E0E67B}" destId="{B230FC49-3B40-4E69-8B03-179B70108C1F}" srcOrd="0" destOrd="0" presId="urn:microsoft.com/office/officeart/2018/2/layout/IconCircleList"/>
    <dgm:cxn modelId="{2C4710D3-A6E8-4C15-8338-EE790919BB49}" type="presParOf" srcId="{5B384994-C918-4B30-898C-6C13E8E0E67B}" destId="{C47C65E2-AFF5-4B67-A298-BF37CCEB7B5B}" srcOrd="1" destOrd="0" presId="urn:microsoft.com/office/officeart/2018/2/layout/IconCircleList"/>
    <dgm:cxn modelId="{614DB794-1A5D-4960-87AE-31EC87510A84}" type="presParOf" srcId="{5B384994-C918-4B30-898C-6C13E8E0E67B}" destId="{CA182660-B1E4-4306-8076-943923A116F9}" srcOrd="2" destOrd="0" presId="urn:microsoft.com/office/officeart/2018/2/layout/IconCircleList"/>
    <dgm:cxn modelId="{71B55E47-3E6D-4859-97D7-199B3265FCC6}" type="presParOf" srcId="{5B384994-C918-4B30-898C-6C13E8E0E67B}" destId="{2A53F5F9-A58D-4131-8F99-DCF62213D28F}" srcOrd="3" destOrd="0" presId="urn:microsoft.com/office/officeart/2018/2/layout/IconCircleList"/>
    <dgm:cxn modelId="{B3A52452-52BA-455D-978E-A4EE800749E1}" type="presParOf" srcId="{FE9D291F-ABF5-4815-ACD2-397AA478BC9B}" destId="{9DE9C7F2-2EC6-462E-987B-888C0B704FBE}" srcOrd="5" destOrd="0" presId="urn:microsoft.com/office/officeart/2018/2/layout/IconCircleList"/>
    <dgm:cxn modelId="{E1244FAD-0AF2-471B-8A65-098060C6AE21}" type="presParOf" srcId="{FE9D291F-ABF5-4815-ACD2-397AA478BC9B}" destId="{982847BF-9A62-476D-B7C1-9ACA1FDCF2DD}" srcOrd="6" destOrd="0" presId="urn:microsoft.com/office/officeart/2018/2/layout/IconCircleList"/>
    <dgm:cxn modelId="{679B6ACD-854F-476B-BD12-D22AA05FA211}" type="presParOf" srcId="{982847BF-9A62-476D-B7C1-9ACA1FDCF2DD}" destId="{FAB587FC-8036-4244-A0AD-347685A5ABE8}" srcOrd="0" destOrd="0" presId="urn:microsoft.com/office/officeart/2018/2/layout/IconCircleList"/>
    <dgm:cxn modelId="{7FC97A61-5593-4A8B-9413-2E0234A7BD4F}" type="presParOf" srcId="{982847BF-9A62-476D-B7C1-9ACA1FDCF2DD}" destId="{FDA6CEF0-54E5-45C5-8467-9705DB8413C8}" srcOrd="1" destOrd="0" presId="urn:microsoft.com/office/officeart/2018/2/layout/IconCircleList"/>
    <dgm:cxn modelId="{72D5806F-CB98-48B5-95AC-78F135AFF990}" type="presParOf" srcId="{982847BF-9A62-476D-B7C1-9ACA1FDCF2DD}" destId="{838EC89B-B0E3-4709-895F-DC6E6A189C20}" srcOrd="2" destOrd="0" presId="urn:microsoft.com/office/officeart/2018/2/layout/IconCircleList"/>
    <dgm:cxn modelId="{80D7101F-0507-467E-A4BC-8B038EF3A81B}" type="presParOf" srcId="{982847BF-9A62-476D-B7C1-9ACA1FDCF2DD}" destId="{7125797F-9115-4493-9D1A-8A16FD79A72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76621-842B-4B5A-93F5-624786BD54FC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AF3E2-FE7C-4F96-ADC7-2CD0101442C9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0F303-AEF0-4E26-9D21-433432C32592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Cloud environment</a:t>
          </a:r>
        </a:p>
      </dsp:txBody>
      <dsp:txXfrm>
        <a:off x="1796691" y="8195"/>
        <a:ext cx="3120653" cy="1323913"/>
      </dsp:txXfrm>
    </dsp:sp>
    <dsp:sp modelId="{36A17CC0-206F-46EF-89D7-8A60840B67E3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C9E73-BC37-416A-BBD5-480161D28C23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D2B47-9713-4F3C-91C0-C5AD3E36224D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Free GPU/TPU</a:t>
          </a:r>
        </a:p>
      </dsp:txBody>
      <dsp:txXfrm>
        <a:off x="7068704" y="8195"/>
        <a:ext cx="3120653" cy="1323913"/>
      </dsp:txXfrm>
    </dsp:sp>
    <dsp:sp modelId="{B230FC49-3B40-4E69-8B03-179B70108C1F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C65E2-AFF5-4B67-A298-BF37CCEB7B5B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3F5F9-A58D-4131-8F99-DCF62213D28F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Version history</a:t>
          </a:r>
        </a:p>
      </dsp:txBody>
      <dsp:txXfrm>
        <a:off x="1796691" y="1877792"/>
        <a:ext cx="3120653" cy="1323913"/>
      </dsp:txXfrm>
    </dsp:sp>
    <dsp:sp modelId="{FAB587FC-8036-4244-A0AD-347685A5ABE8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A6CEF0-54E5-45C5-8467-9705DB8413C8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5797F-9115-4493-9D1A-8A16FD79A729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Collaboration</a:t>
          </a:r>
        </a:p>
      </dsp:txBody>
      <dsp:txXfrm>
        <a:off x="7068704" y="1877792"/>
        <a:ext cx="3120653" cy="1323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58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extended deck includes screenshots placeholders, a full appendix, and a student worksheet. You can replace each placeholder with real screenshots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this workflow mirrors real industry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Show where the button is 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2670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Useful when working with multi-file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no installation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proper notebook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importance of commit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8907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8980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330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68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264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402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724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2686-8549-D770-4F9E-5AA6F36D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07F6B-E160-0FDD-D37F-711D37F8A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60712-4B4B-07AE-2755-82D50223B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6884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indsurf.com/account/registe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chromewebstore.google.com/detail/windsurf-plugin-ai-code-a/hobjkcpmjhlegmobgonaagepfckjkceh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SG" sz="5600" dirty="0"/>
              <a:t>Google Colab + GitHub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03178" y="1845264"/>
            <a:ext cx="3000907" cy="3268794"/>
          </a:xfrm>
        </p:spPr>
        <p:txBody>
          <a:bodyPr anchor="ctr">
            <a:normAutofit/>
          </a:bodyPr>
          <a:lstStyle/>
          <a:p>
            <a:pPr algn="l"/>
            <a:r>
              <a:rPr lang="en-SG" sz="2200" dirty="0">
                <a:solidFill>
                  <a:schemeClr val="tx1"/>
                </a:solidFill>
              </a:rPr>
              <a:t>Development • Version Control • Setup Guides • Student Worksheets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C51EE-883B-6CB5-ABBE-49DFE7106569}"/>
              </a:ext>
            </a:extLst>
          </p:cNvPr>
          <p:cNvSpPr txBox="1"/>
          <p:nvPr/>
        </p:nvSpPr>
        <p:spPr>
          <a:xfrm rot="20533066">
            <a:off x="5424184" y="4226079"/>
            <a:ext cx="2412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3"/>
                </a:solidFill>
              </a:rPr>
              <a:t>Plus Windsurf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SG" sz="4800"/>
              <a:t>Why Use Google Colab + GitHub?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974BA1-26B0-E1D3-8BE0-AFC318A28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85887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SG" sz="3700"/>
              <a:t>Create a GitHub Repository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400" dirty="0"/>
              <a:t>Signup for github.com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400" dirty="0"/>
              <a:t>Log in at github.com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400" dirty="0"/>
              <a:t>Click New Repo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400" dirty="0"/>
              <a:t>Name clearly</a:t>
            </a:r>
          </a:p>
          <a:p>
            <a:pPr lvl="1"/>
            <a:r>
              <a:rPr lang="en-SG" sz="2400" dirty="0"/>
              <a:t>For example: “</a:t>
            </a:r>
            <a:r>
              <a:rPr lang="en-SG" sz="2400" dirty="0" err="1"/>
              <a:t>ADALL_github</a:t>
            </a:r>
            <a:r>
              <a:rPr lang="en-SG" sz="2400" dirty="0"/>
              <a:t>”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6B1BC1-3B9A-FE7E-A863-184E546AB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708307"/>
            <a:ext cx="4397433" cy="2265926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F55541-7392-648A-FDE1-AF6F0438E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92" r="15045" b="1"/>
          <a:stretch>
            <a:fillRect/>
          </a:stretch>
        </p:blipFill>
        <p:spPr>
          <a:xfrm>
            <a:off x="7982049" y="3707894"/>
            <a:ext cx="2598317" cy="2518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DEE67-C9DB-8A77-15DE-C00F2B27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GB" sz="4000"/>
              <a:t>Upload dataset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7504-198B-F630-4826-5CF82E39E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 fontScale="92500"/>
          </a:bodyPr>
          <a:lstStyle/>
          <a:p>
            <a:r>
              <a:rPr lang="en-GB" sz="2400" dirty="0"/>
              <a:t>If you have created the repo with readme file, you should be too “Add file”.</a:t>
            </a:r>
          </a:p>
          <a:p>
            <a:r>
              <a:rPr lang="en-GB" sz="2400" dirty="0"/>
              <a:t>Click on “Add file” then “Upload files”</a:t>
            </a:r>
          </a:p>
          <a:p>
            <a:r>
              <a:rPr lang="en-GB" sz="2400" dirty="0"/>
              <a:t>“Choose your files”, select the dataset.</a:t>
            </a:r>
          </a:p>
          <a:p>
            <a:r>
              <a:rPr lang="en-GB" sz="2400" dirty="0"/>
              <a:t>After it has been successfully uploaded, you should see the name appearing.</a:t>
            </a:r>
          </a:p>
          <a:p>
            <a:r>
              <a:rPr lang="en-GB" sz="2400" dirty="0"/>
              <a:t>Commit the change.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AB83DD-51E9-B6EB-B14D-2A707C64B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503" y="3304724"/>
            <a:ext cx="4389120" cy="2304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9BFFAF-5A33-49C8-2372-4A33B8436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503" y="603196"/>
            <a:ext cx="4389120" cy="129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2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kern="1200">
                <a:latin typeface="+mj-lt"/>
                <a:ea typeface="+mj-ea"/>
                <a:cs typeface="+mj-cs"/>
              </a:rPr>
              <a:t>Raw Dataset URL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8"/>
            <a:ext cx="7478469" cy="26955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400" kern="1200" dirty="0">
                <a:latin typeface="+mn-lt"/>
                <a:ea typeface="+mn-ea"/>
                <a:cs typeface="+mn-cs"/>
              </a:rPr>
              <a:t>After uploading successfully, you should see the csv file.</a:t>
            </a:r>
          </a:p>
          <a:p>
            <a:pPr defTabSz="914400">
              <a:spcBef>
                <a:spcPts val="1000"/>
              </a:spcBef>
            </a:pPr>
            <a:r>
              <a:rPr lang="en-US" sz="2400" dirty="0"/>
              <a:t>Click on the file, then click on “Raw”</a:t>
            </a:r>
          </a:p>
          <a:p>
            <a:pPr defTabSz="914400">
              <a:spcBef>
                <a:spcPts val="1000"/>
              </a:spcBef>
            </a:pPr>
            <a:r>
              <a:rPr lang="en-US" sz="2400" kern="1200" dirty="0">
                <a:latin typeface="+mn-lt"/>
                <a:ea typeface="+mn-ea"/>
                <a:cs typeface="+mn-cs"/>
              </a:rPr>
              <a:t>You should see your dataset, with the </a:t>
            </a:r>
            <a:r>
              <a:rPr lang="en-US" sz="2400" dirty="0"/>
              <a:t>webpage starting with </a:t>
            </a:r>
            <a:r>
              <a:rPr lang="en-US" sz="2400" dirty="0">
                <a:hlinkClick r:id="rId3"/>
              </a:rPr>
              <a:t>https://raw.githubusercontent.com/</a:t>
            </a:r>
            <a:endParaRPr lang="en-US" sz="2400" dirty="0"/>
          </a:p>
          <a:p>
            <a:pPr defTabSz="914400">
              <a:spcBef>
                <a:spcPts val="1000"/>
              </a:spcBef>
            </a:pPr>
            <a:r>
              <a:rPr lang="en-US" sz="2400" kern="1200" dirty="0">
                <a:latin typeface="+mn-lt"/>
                <a:ea typeface="+mn-ea"/>
                <a:cs typeface="+mn-cs"/>
              </a:rPr>
              <a:t>Copy the link</a:t>
            </a:r>
          </a:p>
          <a:p>
            <a:pPr defTabSz="914400">
              <a:spcBef>
                <a:spcPts val="1000"/>
              </a:spcBef>
            </a:pP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FE0448-1A93-5CB7-359D-E052D2A34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32" y="4385245"/>
            <a:ext cx="5150277" cy="177684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SG" sz="3600"/>
              <a:t>Open Google Colab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2087741"/>
            <a:ext cx="4991629" cy="4114103"/>
          </a:xfrm>
        </p:spPr>
        <p:txBody>
          <a:bodyPr anchor="ctr">
            <a:normAutofit/>
          </a:bodyPr>
          <a:lstStyle/>
          <a:p>
            <a:r>
              <a:rPr lang="en-SG" sz="2400" dirty="0"/>
              <a:t>Run (Install if needed) Chrome</a:t>
            </a:r>
          </a:p>
          <a:p>
            <a:r>
              <a:rPr lang="en-SG" sz="2400" dirty="0"/>
              <a:t>Visit: </a:t>
            </a:r>
            <a:r>
              <a:rPr lang="en-SG" sz="2400" dirty="0">
                <a:hlinkClick r:id="rId3"/>
              </a:rPr>
              <a:t>https://colab.research.google.com</a:t>
            </a:r>
            <a:endParaRPr lang="en-SG" sz="2400" dirty="0"/>
          </a:p>
          <a:p>
            <a:r>
              <a:rPr lang="en-SG" sz="2400" dirty="0"/>
              <a:t>Create Google account if you do not have.</a:t>
            </a:r>
          </a:p>
          <a:p>
            <a:r>
              <a:rPr lang="en-SG" sz="2400" dirty="0"/>
              <a:t>Sign in with your Google account</a:t>
            </a:r>
          </a:p>
          <a:p>
            <a:r>
              <a:rPr lang="en-SG" sz="2400" dirty="0"/>
              <a:t>Choose New Notebook</a:t>
            </a:r>
          </a:p>
          <a:p>
            <a:r>
              <a:rPr lang="en-SG" sz="2400" dirty="0"/>
              <a:t>Insert Text box to write “Hello World!”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F49DD8-3E5C-0107-AEF7-DCE981B65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638" y="901032"/>
            <a:ext cx="1406961" cy="511622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Uploading ipynb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SG" sz="2400" dirty="0"/>
              <a:t>Go to settings (gear icon at top right)</a:t>
            </a:r>
          </a:p>
          <a:p>
            <a:r>
              <a:rPr lang="en-SG" sz="2400" dirty="0"/>
              <a:t>Go to GitHub tab</a:t>
            </a:r>
          </a:p>
          <a:p>
            <a:r>
              <a:rPr lang="en-SG" sz="2400" dirty="0"/>
              <a:t>“Authorise” access to your own GitHub</a:t>
            </a:r>
          </a:p>
          <a:p>
            <a:r>
              <a:rPr lang="en-SG" sz="2400" dirty="0"/>
              <a:t>A window should pop up for your sign in</a:t>
            </a:r>
          </a:p>
          <a:p>
            <a:r>
              <a:rPr lang="en-SG" sz="2400" dirty="0"/>
              <a:t>After signing in, now “File” and “Save a copy in GitHub”</a:t>
            </a:r>
          </a:p>
          <a:p>
            <a:endParaRPr lang="en-SG" sz="2400" dirty="0"/>
          </a:p>
          <a:p>
            <a:endParaRPr lang="en-SG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5DDF-5905-9F31-F2E9-E7E6D5B29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023" y="901032"/>
            <a:ext cx="3530191" cy="511622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SG" sz="3600"/>
              <a:t>Saving Back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SG" sz="2400" dirty="0"/>
              <a:t>Select repo &amp; branch</a:t>
            </a:r>
          </a:p>
          <a:p>
            <a:r>
              <a:rPr lang="en-SG" sz="2400" dirty="0"/>
              <a:t>File to be named as </a:t>
            </a:r>
          </a:p>
          <a:p>
            <a:pPr lvl="1"/>
            <a:r>
              <a:rPr lang="en-SG" sz="2000" dirty="0" err="1"/>
              <a:t>Main.ipynb</a:t>
            </a:r>
            <a:endParaRPr lang="en-SG" sz="2000" dirty="0"/>
          </a:p>
          <a:p>
            <a:r>
              <a:rPr lang="en-SG" sz="2400" dirty="0"/>
              <a:t>Click “OK”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B34466-B020-6CED-F19B-3BDB364A9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493" y="2155213"/>
            <a:ext cx="4223252" cy="260785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3D532-156D-260F-E275-512FBDD5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GB" sz="3600" dirty="0"/>
              <a:t>Running Main.ipynb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E4DB-2639-42AC-3304-2ED34093D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SG" sz="2400" dirty="0"/>
              <a:t>After successful upload, you will be brough to GitHub’s ipynb file</a:t>
            </a:r>
            <a:endParaRPr lang="en-GB" sz="2400" dirty="0"/>
          </a:p>
          <a:p>
            <a:r>
              <a:rPr lang="en-GB" sz="2400" dirty="0"/>
              <a:t>Click “Open in Colab” </a:t>
            </a:r>
          </a:p>
          <a:p>
            <a:r>
              <a:rPr lang="en-GB" sz="2400" dirty="0"/>
              <a:t>Observe the GitHub icon and Save in GitHub to keep changes statement on your Google Colab</a:t>
            </a:r>
            <a:endParaRPr lang="en-SG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5CEB0-9B1C-09F5-7535-940EAA7BC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081" y="841905"/>
            <a:ext cx="4029874" cy="23171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72991-BB12-498D-2A2F-96681A5F7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066" y="4378830"/>
            <a:ext cx="4305905" cy="966835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33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8A4F-5969-C43F-3FED-A00F4F75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138265"/>
            <a:ext cx="3056625" cy="743696"/>
          </a:xfrm>
        </p:spPr>
        <p:txBody>
          <a:bodyPr anchor="t">
            <a:normAutofit/>
          </a:bodyPr>
          <a:lstStyle/>
          <a:p>
            <a:r>
              <a:rPr lang="en-GB" sz="3200" dirty="0"/>
              <a:t>Loading Dataset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CD8E7C-C23B-A3B9-B18A-838AED877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D51B-ED0F-E315-9495-2A2434470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538" y="1138265"/>
            <a:ext cx="7340019" cy="101081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Copy and paste the following code. Replace the code’s </a:t>
            </a:r>
            <a:r>
              <a:rPr lang="en-SG" sz="2400" dirty="0" err="1"/>
              <a:t>github_raw_url</a:t>
            </a:r>
            <a:r>
              <a:rPr lang="en-GB" sz="2400" dirty="0"/>
              <a:t> from earlier slides. You can switch to the correct internet tab, to copy again. Or press “Window” and “V” at the same time, to access your clipboard.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A2511-CCA0-FBAD-919C-4565CEA15FE9}"/>
              </a:ext>
            </a:extLst>
          </p:cNvPr>
          <p:cNvSpPr txBox="1"/>
          <p:nvPr/>
        </p:nvSpPr>
        <p:spPr>
          <a:xfrm>
            <a:off x="762001" y="2182212"/>
            <a:ext cx="10396644" cy="405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import pandas as pd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# Example: Replace this with the raw URL of your GitHub file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 err="1"/>
              <a:t>github_raw_url</a:t>
            </a:r>
            <a:r>
              <a:rPr lang="en-SG" sz="2200" dirty="0"/>
              <a:t> = 'https://raw.githubusercontent.com/&lt;user&gt;/</a:t>
            </a:r>
            <a:r>
              <a:rPr lang="en-SG" sz="2200" dirty="0" err="1"/>
              <a:t>ADALL_github</a:t>
            </a:r>
            <a:r>
              <a:rPr lang="en-SG" sz="2200" dirty="0"/>
              <a:t>/main/laptop_prices_2024_sgd_TL.csv'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try: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    </a:t>
            </a:r>
            <a:r>
              <a:rPr lang="en-SG" sz="2200" dirty="0" err="1"/>
              <a:t>df</a:t>
            </a:r>
            <a:r>
              <a:rPr lang="en-SG" sz="2200" dirty="0"/>
              <a:t> = </a:t>
            </a:r>
            <a:r>
              <a:rPr lang="en-SG" sz="2200" dirty="0" err="1"/>
              <a:t>pd.read_csv</a:t>
            </a:r>
            <a:r>
              <a:rPr lang="en-SG" sz="2200" dirty="0"/>
              <a:t>(</a:t>
            </a:r>
            <a:r>
              <a:rPr lang="en-SG" sz="2200" dirty="0" err="1"/>
              <a:t>github_raw_url</a:t>
            </a:r>
            <a:r>
              <a:rPr lang="en-SG" sz="22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    print("Successfully loaded data from GitHub!")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    display(</a:t>
            </a:r>
            <a:r>
              <a:rPr lang="en-SG" sz="2200" dirty="0" err="1"/>
              <a:t>df.head</a:t>
            </a:r>
            <a:r>
              <a:rPr lang="en-SG" sz="2200" dirty="0"/>
              <a:t>())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except Exception as 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    print(</a:t>
            </a:r>
            <a:r>
              <a:rPr lang="en-SG" sz="2200" dirty="0" err="1"/>
              <a:t>f"Error</a:t>
            </a:r>
            <a:r>
              <a:rPr lang="en-SG" sz="2200" dirty="0"/>
              <a:t> loading data: {e}")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2200" dirty="0"/>
              <a:t>    print("Please ensure the URL is correct and the file format is compatible with `</a:t>
            </a:r>
            <a:r>
              <a:rPr lang="en-SG" sz="2200" dirty="0" err="1"/>
              <a:t>pd.read_csv</a:t>
            </a:r>
            <a:r>
              <a:rPr lang="en-SG" sz="2200" dirty="0"/>
              <a:t>`.")</a:t>
            </a:r>
          </a:p>
        </p:txBody>
      </p:sp>
    </p:spTree>
    <p:extLst>
      <p:ext uri="{BB962C8B-B14F-4D97-AF65-F5344CB8AC3E}">
        <p14:creationId xmlns:p14="http://schemas.microsoft.com/office/powerpoint/2010/main" val="1778975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60DEE-8EFE-7F1E-49DB-0B4BFB2D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GB" sz="4000"/>
              <a:t>File Save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7601-52EF-6209-1EEF-DCB9FA2D2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GB" sz="2400" dirty="0"/>
              <a:t>Note: GitHub Colab does not perform auto-save</a:t>
            </a:r>
          </a:p>
          <a:p>
            <a:r>
              <a:rPr lang="en-GB" sz="2400" dirty="0"/>
              <a:t>You need to commit to save/upload to GitHub</a:t>
            </a:r>
          </a:p>
          <a:p>
            <a:r>
              <a:rPr lang="en-GB" sz="2400" dirty="0"/>
              <a:t>Click on “Save in GitHub to keep changes”</a:t>
            </a:r>
          </a:p>
          <a:p>
            <a:r>
              <a:rPr lang="en-GB" sz="2400" dirty="0"/>
              <a:t>Commit.</a:t>
            </a:r>
          </a:p>
          <a:p>
            <a:r>
              <a:rPr lang="en-GB" sz="2400" dirty="0"/>
              <a:t>See the file within GitHub.com </a:t>
            </a:r>
          </a:p>
          <a:p>
            <a:endParaRPr lang="en-GB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4C211-232F-E2F9-D451-C31F3D9CF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1078546"/>
            <a:ext cx="4397433" cy="152544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D09C8-A439-0E83-2A23-589238D19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195" y="3707894"/>
            <a:ext cx="3998025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45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CC5D8-AD13-B49D-8EE7-AB04EA16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GB" sz="3600"/>
              <a:t>Windsurf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FBE4-9F65-C593-8258-D61C12346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73" y="2191805"/>
            <a:ext cx="5590786" cy="4010040"/>
          </a:xfrm>
        </p:spPr>
        <p:txBody>
          <a:bodyPr anchor="ctr">
            <a:normAutofit/>
          </a:bodyPr>
          <a:lstStyle/>
          <a:p>
            <a:r>
              <a:rPr lang="en-GB" sz="2000" dirty="0"/>
              <a:t>Register at </a:t>
            </a:r>
            <a:r>
              <a:rPr lang="en-GB" sz="2000" dirty="0">
                <a:hlinkClick r:id="rId3"/>
              </a:rPr>
              <a:t>https://windsurf.com/account/register</a:t>
            </a:r>
            <a:r>
              <a:rPr lang="en-GB" sz="2000" dirty="0"/>
              <a:t> </a:t>
            </a:r>
          </a:p>
          <a:p>
            <a:r>
              <a:rPr lang="en-GB" sz="2000" dirty="0"/>
              <a:t>Go to chrome extension web store to get “Windsurf”</a:t>
            </a:r>
          </a:p>
          <a:p>
            <a:r>
              <a:rPr lang="en-GB" sz="2000" dirty="0">
                <a:hlinkClick r:id="rId4"/>
              </a:rPr>
              <a:t>https://chromewebstore.google.com/detail/windsurf-plugin-ai-code-a/hobjkcpmjhlegmobgonaagepfckjkceh</a:t>
            </a:r>
            <a:r>
              <a:rPr lang="en-GB" sz="2000" dirty="0"/>
              <a:t> </a:t>
            </a:r>
          </a:p>
          <a:p>
            <a:r>
              <a:rPr lang="en-GB" sz="2000" dirty="0"/>
              <a:t>Click “Add to Chrome”</a:t>
            </a:r>
          </a:p>
          <a:p>
            <a:r>
              <a:rPr lang="en-GB" sz="2000" dirty="0"/>
              <a:t>It should appear on extension </a:t>
            </a:r>
          </a:p>
          <a:p>
            <a:r>
              <a:rPr lang="en-GB" sz="2000" dirty="0"/>
              <a:t>Pin it </a:t>
            </a:r>
          </a:p>
          <a:p>
            <a:r>
              <a:rPr lang="en-GB" sz="2000" dirty="0"/>
              <a:t>Click on the extension itself to login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BF35A-6F96-FD34-7DC1-DC7FBEC481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27" r="5709" b="-3"/>
          <a:stretch>
            <a:fillRect/>
          </a:stretch>
        </p:blipFill>
        <p:spPr>
          <a:xfrm>
            <a:off x="7798823" y="631929"/>
            <a:ext cx="2390390" cy="2317178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C41E00-6BAC-D9B9-1170-8FAD9798D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51" y="3711972"/>
            <a:ext cx="2626134" cy="2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78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7CB93-71BD-7256-48EB-EAAEFD5F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625178"/>
            <a:ext cx="4809068" cy="805589"/>
          </a:xfrm>
        </p:spPr>
        <p:txBody>
          <a:bodyPr anchor="t">
            <a:normAutofit/>
          </a:bodyPr>
          <a:lstStyle/>
          <a:p>
            <a:r>
              <a:rPr lang="en-GB" sz="4000" dirty="0"/>
              <a:t>Test Drive Windsurf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461F0-40E9-3510-A172-C37146A0B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69" y="2176880"/>
            <a:ext cx="5213423" cy="10376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4B151-19A2-67A8-534D-AB7813E09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915829"/>
          </a:xfrm>
        </p:spPr>
        <p:txBody>
          <a:bodyPr anchor="ctr">
            <a:normAutofit fontScale="92500"/>
          </a:bodyPr>
          <a:lstStyle/>
          <a:p>
            <a:r>
              <a:rPr lang="en-GB" sz="2400" dirty="0"/>
              <a:t>Restart Chrome (Exit all Chrome windows and start again)</a:t>
            </a:r>
          </a:p>
          <a:p>
            <a:r>
              <a:rPr lang="en-GB" sz="2400" dirty="0"/>
              <a:t>Go to GitHub</a:t>
            </a:r>
          </a:p>
          <a:p>
            <a:r>
              <a:rPr lang="en-GB" sz="2400" dirty="0"/>
              <a:t>Go to your repo (</a:t>
            </a:r>
            <a:r>
              <a:rPr lang="en-GB" sz="2400" dirty="0" err="1"/>
              <a:t>ADALL_github</a:t>
            </a:r>
            <a:r>
              <a:rPr lang="en-GB" sz="2400" dirty="0"/>
              <a:t>)</a:t>
            </a:r>
          </a:p>
          <a:p>
            <a:r>
              <a:rPr lang="en-GB" sz="2400" dirty="0"/>
              <a:t>Go to </a:t>
            </a:r>
            <a:r>
              <a:rPr lang="en-GB" sz="2400" dirty="0" err="1"/>
              <a:t>main.ipynb</a:t>
            </a:r>
            <a:endParaRPr lang="en-GB" sz="2400" dirty="0"/>
          </a:p>
          <a:p>
            <a:r>
              <a:rPr lang="en-GB" sz="2400" dirty="0"/>
              <a:t>Click on “Open in Colab”</a:t>
            </a:r>
          </a:p>
          <a:p>
            <a:r>
              <a:rPr lang="en-GB" sz="2400" dirty="0"/>
              <a:t>Write comments in code cell and see Windsurf attempt to suggest code as per comment provided.</a:t>
            </a:r>
          </a:p>
          <a:p>
            <a:r>
              <a:rPr lang="en-GB" sz="2400" dirty="0"/>
              <a:t>For example, comment “plot each </a:t>
            </a:r>
            <a:r>
              <a:rPr lang="en-GB" sz="2400" dirty="0" err="1"/>
              <a:t>df</a:t>
            </a:r>
            <a:r>
              <a:rPr lang="en-GB" sz="2400" dirty="0"/>
              <a:t> graph”</a:t>
            </a:r>
          </a:p>
          <a:p>
            <a:r>
              <a:rPr lang="en-GB" sz="2400" dirty="0"/>
              <a:t>Go to next line</a:t>
            </a:r>
          </a:p>
          <a:p>
            <a:r>
              <a:rPr lang="en-GB" sz="2400" dirty="0"/>
              <a:t>Windsurf should suggest code. If it doesn’t, type “f” to kickstart the recommendation.</a:t>
            </a:r>
          </a:p>
          <a:p>
            <a:r>
              <a:rPr lang="en-GB" sz="2400" dirty="0"/>
              <a:t>Grey text should appear as suggestion</a:t>
            </a:r>
          </a:p>
          <a:p>
            <a:r>
              <a:rPr lang="en-GB" sz="2400" dirty="0"/>
              <a:t>Press “Tab” to accept.</a:t>
            </a:r>
          </a:p>
        </p:txBody>
      </p:sp>
    </p:spTree>
    <p:extLst>
      <p:ext uri="{BB962C8B-B14F-4D97-AF65-F5344CB8AC3E}">
        <p14:creationId xmlns:p14="http://schemas.microsoft.com/office/powerpoint/2010/main" val="360920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A74A4-DF51-5F92-D6DE-A58C1EF7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GB" sz="4800"/>
              <a:t>Additional Exercise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06024-2769-EE35-D329-E6DCBE71C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GB" sz="2400" dirty="0"/>
              <a:t>For those who completed the tasks in advance:</a:t>
            </a:r>
          </a:p>
          <a:p>
            <a:pPr lvl="1"/>
            <a:r>
              <a:rPr lang="en-GB" sz="2400" dirty="0"/>
              <a:t>Time to put your APREP skills to the test!</a:t>
            </a:r>
          </a:p>
          <a:p>
            <a:pPr lvl="1"/>
            <a:r>
              <a:rPr lang="en-GB" sz="2400" dirty="0"/>
              <a:t>Use Windsurf and Gemini (within Colab) to recall on performing data exploration and data preparation on the dataset.</a:t>
            </a:r>
          </a:p>
        </p:txBody>
      </p:sp>
    </p:spTree>
    <p:extLst>
      <p:ext uri="{BB962C8B-B14F-4D97-AF65-F5344CB8AC3E}">
        <p14:creationId xmlns:p14="http://schemas.microsoft.com/office/powerpoint/2010/main" val="921833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F3B03-D9B0-ECD1-FCBC-527E822F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43" y="671653"/>
            <a:ext cx="10635049" cy="654637"/>
          </a:xfrm>
        </p:spPr>
        <p:txBody>
          <a:bodyPr anchor="ctr">
            <a:normAutofit fontScale="90000"/>
          </a:bodyPr>
          <a:lstStyle/>
          <a:p>
            <a:r>
              <a:rPr lang="en-GB" sz="4800" dirty="0"/>
              <a:t>Additional Exercise: With Windsurf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2DBD1-8D65-B6EC-56F0-979E418D2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326290"/>
            <a:ext cx="10157117" cy="4753233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What does one row represent, and what is the target?</a:t>
            </a:r>
          </a:p>
          <a:p>
            <a:pPr lvl="1"/>
            <a:r>
              <a:rPr lang="en-US" sz="2400" dirty="0"/>
              <a:t>Identify what each row means in real life. Confirm the target variable and its type (numeric, binary, multi-class).</a:t>
            </a:r>
          </a:p>
          <a:p>
            <a:r>
              <a:rPr lang="en-US" dirty="0"/>
              <a:t>Is the dataset structurally sound?</a:t>
            </a:r>
          </a:p>
          <a:p>
            <a:pPr lvl="1"/>
            <a:r>
              <a:rPr lang="en-US" sz="2400" dirty="0"/>
              <a:t>Check number of rows and columns, data types, obvious ID columns, and whether types match their real-world meaning.</a:t>
            </a:r>
          </a:p>
          <a:p>
            <a:r>
              <a:rPr lang="en-US" dirty="0"/>
              <a:t>Are there missing or suspicious values?</a:t>
            </a:r>
          </a:p>
          <a:p>
            <a:pPr lvl="1"/>
            <a:r>
              <a:rPr lang="en-US" sz="2400" dirty="0"/>
              <a:t>Identify missing values and invalid entries. </a:t>
            </a:r>
            <a:br>
              <a:rPr lang="en-US" sz="2400" dirty="0"/>
            </a:br>
            <a:r>
              <a:rPr lang="en-US" sz="2400" dirty="0"/>
              <a:t>Decide whether they are meaningful, ignorable, </a:t>
            </a:r>
            <a:br>
              <a:rPr lang="en-US" sz="2400" dirty="0"/>
            </a:br>
            <a:r>
              <a:rPr lang="en-US" sz="2400" dirty="0"/>
              <a:t>or require handling. If the data is already clean, </a:t>
            </a:r>
            <a:br>
              <a:rPr lang="en-US" sz="2400" dirty="0"/>
            </a:br>
            <a:r>
              <a:rPr lang="en-US" sz="2400" dirty="0"/>
              <a:t>prove it with checks.</a:t>
            </a:r>
          </a:p>
        </p:txBody>
      </p:sp>
    </p:spTree>
    <p:extLst>
      <p:ext uri="{BB962C8B-B14F-4D97-AF65-F5344CB8AC3E}">
        <p14:creationId xmlns:p14="http://schemas.microsoft.com/office/powerpoint/2010/main" val="429144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9C04D-3A53-4448-AF02-5937356C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C5E196-56CB-0123-2CF0-10C6472C8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F5364CF-8409-6848-F338-7EAA9F456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8FD2F1-906A-2A73-86BC-9F9D4F3B6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8BD5C-DFD6-A40C-A324-7052A13A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643" y="671653"/>
            <a:ext cx="10635049" cy="654637"/>
          </a:xfrm>
        </p:spPr>
        <p:txBody>
          <a:bodyPr anchor="ctr">
            <a:normAutofit fontScale="90000"/>
          </a:bodyPr>
          <a:lstStyle/>
          <a:p>
            <a:r>
              <a:rPr lang="en-GB" sz="4800" dirty="0"/>
              <a:t>Additional Exercise: With Windsurf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C6FB2-F909-38EA-D240-D474C64D7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326290"/>
            <a:ext cx="10157117" cy="4753233"/>
          </a:xfrm>
        </p:spPr>
        <p:txBody>
          <a:bodyPr anchor="t">
            <a:normAutofit/>
          </a:bodyPr>
          <a:lstStyle/>
          <a:p>
            <a:r>
              <a:rPr lang="en-US" dirty="0"/>
              <a:t>Do the distributions make sense?</a:t>
            </a:r>
          </a:p>
          <a:p>
            <a:pPr lvl="1"/>
            <a:r>
              <a:rPr lang="en-US" sz="2400" dirty="0"/>
              <a:t>Inspect ranges, skewness, outliers, and rare categories. </a:t>
            </a:r>
            <a:br>
              <a:rPr lang="en-US" sz="2400" dirty="0"/>
            </a:br>
            <a:r>
              <a:rPr lang="en-US" sz="2400" dirty="0"/>
              <a:t>Decide what is normal for the business context.</a:t>
            </a:r>
          </a:p>
          <a:p>
            <a:r>
              <a:rPr lang="en-US" dirty="0"/>
              <a:t>Are there leakage or redundancy risks?</a:t>
            </a:r>
          </a:p>
          <a:p>
            <a:pPr lvl="1"/>
            <a:r>
              <a:rPr lang="en-US" sz="2400" dirty="0"/>
              <a:t>Look for columns that directly reveal the target or duplicate information across features.</a:t>
            </a:r>
          </a:p>
          <a:p>
            <a:r>
              <a:rPr lang="en-US" dirty="0"/>
              <a:t>Are the features ready for modelling?</a:t>
            </a:r>
          </a:p>
          <a:p>
            <a:pPr lvl="1"/>
            <a:r>
              <a:rPr lang="en-US" sz="2400" dirty="0"/>
              <a:t>Decide which variables are usable as-is, </a:t>
            </a:r>
            <a:br>
              <a:rPr lang="en-US" sz="2400" dirty="0"/>
            </a:br>
            <a:r>
              <a:rPr lang="en-US" sz="2400" dirty="0"/>
              <a:t>which need transformation or encoding,</a:t>
            </a:r>
            <a:br>
              <a:rPr lang="en-US" sz="2400" dirty="0"/>
            </a:br>
            <a:r>
              <a:rPr lang="en-US" sz="2400" dirty="0"/>
              <a:t> and which should be excluded.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2935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993</Words>
  <Application>Microsoft Office PowerPoint</Application>
  <PresentationFormat>Widescreen</PresentationFormat>
  <Paragraphs>110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Google Colab + GitHub Workflow</vt:lpstr>
      <vt:lpstr>Why Use Google Colab + GitHub?</vt:lpstr>
      <vt:lpstr>Create a GitHub Repository</vt:lpstr>
      <vt:lpstr>Upload dataset</vt:lpstr>
      <vt:lpstr>Raw Dataset URL</vt:lpstr>
      <vt:lpstr>Open Google Colab</vt:lpstr>
      <vt:lpstr>Uploading ipynb</vt:lpstr>
      <vt:lpstr>Saving Back to GitHub</vt:lpstr>
      <vt:lpstr>Running Main.ipynb</vt:lpstr>
      <vt:lpstr>Loading Dataset</vt:lpstr>
      <vt:lpstr>File Save</vt:lpstr>
      <vt:lpstr>Windsurf</vt:lpstr>
      <vt:lpstr>Test Drive Windsurf</vt:lpstr>
      <vt:lpstr>Additional Exercise</vt:lpstr>
      <vt:lpstr>Additional Exercise: With Windsurf</vt:lpstr>
      <vt:lpstr>Additional Exercise: With Windsurf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Rui Quan GOH (TP)</dc:creator>
  <cp:keywords/>
  <dc:description>generated using python-pptx</dc:description>
  <cp:lastModifiedBy>Rui Quan GOH (TP)</cp:lastModifiedBy>
  <cp:revision>2</cp:revision>
  <dcterms:created xsi:type="dcterms:W3CDTF">2013-01-27T09:14:16Z</dcterms:created>
  <dcterms:modified xsi:type="dcterms:W3CDTF">2025-12-20T09:22:50Z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2025-12-07T04:22:59Z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7fa191cc-bcf4-4c78-8e44-534cd4500cd2</vt:lpwstr>
  </property>
  <property fmtid="{D5CDD505-2E9C-101B-9397-08002B2CF9AE}" pid="8" name="MSIP_Label_d528611d-fe69-484f-b56b-0db8a0d79612_ContentBits">
    <vt:lpwstr>0</vt:lpwstr>
  </property>
  <property fmtid="{D5CDD505-2E9C-101B-9397-08002B2CF9AE}" pid="9" name="MSIP_Label_d528611d-fe69-484f-b56b-0db8a0d79612_Tag">
    <vt:lpwstr>10, 0, 1, 1</vt:lpwstr>
  </property>
</Properties>
</file>